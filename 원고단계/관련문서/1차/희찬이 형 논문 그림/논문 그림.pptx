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61" r:id="rId4"/>
    <p:sldId id="258" r:id="rId5"/>
    <p:sldId id="259" r:id="rId6"/>
    <p:sldId id="260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555"/>
    <p:restoredTop sz="94640"/>
  </p:normalViewPr>
  <p:slideViewPr>
    <p:cSldViewPr snapToGrid="0">
      <p:cViewPr>
        <p:scale>
          <a:sx n="236" d="100"/>
          <a:sy n="236" d="100"/>
        </p:scale>
        <p:origin x="336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F2BF25-018D-1D42-862C-84B96787D448}" type="datetimeFigureOut">
              <a:rPr kumimoji="1" lang="ko-KR" altLang="en-US" smtClean="0"/>
              <a:t>2024. 11. 11.</a:t>
            </a:fld>
            <a:endParaRPr kumimoji="1"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AC5303-A9A0-164B-B034-F33A2B72CFF9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6241784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AC5303-A9A0-164B-B034-F33A2B72CFF9}" type="slidenum">
              <a:rPr kumimoji="1" lang="ko-KR" altLang="en-US" smtClean="0"/>
              <a:t>2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89083859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AC5303-A9A0-164B-B034-F33A2B72CFF9}" type="slidenum">
              <a:rPr kumimoji="1" lang="ko-KR" altLang="en-US" smtClean="0"/>
              <a:t>4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0920725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AC5303-A9A0-164B-B034-F33A2B72CFF9}" type="slidenum">
              <a:rPr kumimoji="1" lang="ko-KR" altLang="en-US" smtClean="0"/>
              <a:t>10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1196888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F5302FA-A1C2-1F95-BDBA-2871E16F50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C68CEA3-7D7F-32BC-A27C-2831832432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A136CE1-CA74-EF57-B53F-8B915A2761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FE503-4BA0-454B-9970-3CEA5AE65388}" type="datetimeFigureOut">
              <a:rPr kumimoji="1" lang="ko-KR" altLang="en-US" smtClean="0"/>
              <a:t>2024. 11. 11.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487C938-B2C9-DCE5-80B2-D422F7C2F4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16ED652-33E0-CBC7-1792-F8A6B90E31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B729FD-4B5A-E343-8752-E4CEC46781D1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9807889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EFD199-E5E4-6595-3F4B-E09B6A882B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DE5E4B9-687E-949E-D4C9-A71159FCDC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E37C42C-7F3D-AFF9-7B8C-A39CC70B82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FE503-4BA0-454B-9970-3CEA5AE65388}" type="datetimeFigureOut">
              <a:rPr kumimoji="1" lang="ko-KR" altLang="en-US" smtClean="0"/>
              <a:t>2024. 11. 11.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C08A2AF-8F55-47C1-5CB8-31C31DC013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89C96D2-0E6E-11C8-ED14-7F5EF6F0B3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B729FD-4B5A-E343-8752-E4CEC46781D1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6877953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0153176-5CC3-1FE1-8FBC-F0FC2C1F59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B1FAB43-6658-56BD-AEC3-521A3FBC5D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D9C7B55-8585-0FE7-B380-1F836595CC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FE503-4BA0-454B-9970-3CEA5AE65388}" type="datetimeFigureOut">
              <a:rPr kumimoji="1" lang="ko-KR" altLang="en-US" smtClean="0"/>
              <a:t>2024. 11. 11.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0DE62BF-2703-1328-9D0A-6A2F3F053D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D5AAE79-4B75-94D5-F24B-99EF760FF0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B729FD-4B5A-E343-8752-E4CEC46781D1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0437115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9DB8110-B314-CDE0-A8F6-CE84712402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F5C0CDA-439B-17C0-C993-DCAEB2F3D24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D5DFF0F-C906-3999-E2CF-7D2382AA7D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3928D7B-CDAA-6E11-AD1A-E7698671F5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FE503-4BA0-454B-9970-3CEA5AE65388}" type="datetimeFigureOut">
              <a:rPr kumimoji="1" lang="ko-KR" altLang="en-US" smtClean="0"/>
              <a:t>2024. 11. 11.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B2C1834-AE9D-BBF6-D0DA-B30838BED2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5177945-7B1A-B469-F571-A42759D134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B729FD-4B5A-E343-8752-E4CEC46781D1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7479448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7C20EC-97BC-4A21-7034-81E31BEC48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EE26D3C-F870-8485-5B58-CC333B6BA6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5D753D5-C277-0C92-89C5-D7062D77B8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2E654A1-F98C-958B-AD9F-256F4CB1251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68DAD6D-3313-24B1-308C-B7F85855954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D50BD41E-FEA8-9EFD-D022-0231F9661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FE503-4BA0-454B-9970-3CEA5AE65388}" type="datetimeFigureOut">
              <a:rPr kumimoji="1" lang="ko-KR" altLang="en-US" smtClean="0"/>
              <a:t>2024. 11. 11.</a:t>
            </a:fld>
            <a:endParaRPr kumimoji="1"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153CFD79-9610-B4B3-740B-5C0A53A861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385B2FD9-0AEA-5934-682A-5C908037B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B729FD-4B5A-E343-8752-E4CEC46781D1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6336422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761A7BB-D8FF-CCE4-65AE-92CE9ED1BC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AB4759C4-2723-E455-EBEF-0CEFCFBE44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FE503-4BA0-454B-9970-3CEA5AE65388}" type="datetimeFigureOut">
              <a:rPr kumimoji="1" lang="ko-KR" altLang="en-US" smtClean="0"/>
              <a:t>2024. 11. 11.</a:t>
            </a:fld>
            <a:endParaRPr kumimoji="1"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B229EE9-C21E-631A-7563-9915159F88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98AD9F1-08EB-1322-A944-2C6AAFAF0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B729FD-4B5A-E343-8752-E4CEC46781D1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2776326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7261DCEF-93BF-C1D6-8931-CDCF48E4F2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FE503-4BA0-454B-9970-3CEA5AE65388}" type="datetimeFigureOut">
              <a:rPr kumimoji="1" lang="ko-KR" altLang="en-US" smtClean="0"/>
              <a:t>2024. 11. 11.</a:t>
            </a:fld>
            <a:endParaRPr kumimoji="1"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45C2543E-375C-E554-0428-E66C9649F2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CEC8AD2-B350-20FB-08EA-D2F39DB521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B729FD-4B5A-E343-8752-E4CEC46781D1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4090163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EDFA3DF-0A12-30EE-1745-C775926EB1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D229D60-E16B-651C-58F3-49D2172BBF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EEEE81B-487D-07E8-1C5D-AA3D41EC63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DCBD16E-C91D-5AC4-410A-93FEDBB0A5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FE503-4BA0-454B-9970-3CEA5AE65388}" type="datetimeFigureOut">
              <a:rPr kumimoji="1" lang="ko-KR" altLang="en-US" smtClean="0"/>
              <a:t>2024. 11. 11.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4B669E9-4F9C-1452-70DD-BF1E2F163D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A2E454D-67DC-AE88-035E-CE4611958F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B729FD-4B5A-E343-8752-E4CEC46781D1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48321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ADC359D-7806-96A4-D3E5-ACCAD9E1D4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9DF3A3E6-2B28-D908-96FB-11C9AE48AFA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09AE037-6FDF-0D33-3FB2-448B73743E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28573E4-3122-4134-AA39-A195ADE36A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FE503-4BA0-454B-9970-3CEA5AE65388}" type="datetimeFigureOut">
              <a:rPr kumimoji="1" lang="ko-KR" altLang="en-US" smtClean="0"/>
              <a:t>2024. 11. 11.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94BA52D-B6E5-0880-E115-C4C6DC42F1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4E7B1E0-DC53-9B27-46D0-E1B5C42C95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B729FD-4B5A-E343-8752-E4CEC46781D1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9163779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F34E85B-919F-544B-AB40-AAECCA2321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F1E76B3-2262-FD92-2468-0A818EAA7F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3867CBA-1CF5-61BB-865E-3442797D6E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FE503-4BA0-454B-9970-3CEA5AE65388}" type="datetimeFigureOut">
              <a:rPr kumimoji="1" lang="ko-KR" altLang="en-US" smtClean="0"/>
              <a:t>2024. 11. 11.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6E5FE07-588C-2C62-EDE3-082BEAFFE7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C99979F-E4E6-6B15-71C4-5DC653618E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B729FD-4B5A-E343-8752-E4CEC46781D1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0758064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6D054D70-37B8-5B73-A985-7FEE4AF97B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2225C93-A288-1FC0-23E0-6FF459B918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62AD974-3289-287A-C678-63137C78D1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FE503-4BA0-454B-9970-3CEA5AE65388}" type="datetimeFigureOut">
              <a:rPr kumimoji="1" lang="ko-KR" altLang="en-US" smtClean="0"/>
              <a:t>2024. 11. 11.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413B226-AC74-BFAB-5E55-DE8B47C0A2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C8EA959-1C46-51FF-6B14-6F04D544AA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B729FD-4B5A-E343-8752-E4CEC46781D1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9169191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79722EBC-CB57-0285-2BFE-1C87C9DE0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3EFCA8E-5361-1D6E-DF36-FB8539A27B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643B7FF-FC0E-4CE1-227A-802058E48CF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15FE503-4BA0-454B-9970-3CEA5AE65388}" type="datetimeFigureOut">
              <a:rPr kumimoji="1" lang="ko-KR" altLang="en-US" smtClean="0"/>
              <a:t>2024. 11. 11.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8B71847-406B-C695-DD62-76DFD56480C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17A41A1-FD33-80A2-9A2F-FCB0AA1DD6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4B729FD-4B5A-E343-8752-E4CEC46781D1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7905701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5" Type="http://schemas.openxmlformats.org/officeDocument/2006/relationships/image" Target="../media/image13.pn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11" Type="http://schemas.openxmlformats.org/officeDocument/2006/relationships/image" Target="../media/image29.png"/><Relationship Id="rId5" Type="http://schemas.openxmlformats.org/officeDocument/2006/relationships/image" Target="../media/image23.png"/><Relationship Id="rId10" Type="http://schemas.openxmlformats.org/officeDocument/2006/relationships/image" Target="../media/image28.png"/><Relationship Id="rId4" Type="http://schemas.openxmlformats.org/officeDocument/2006/relationships/image" Target="../media/image22.png"/><Relationship Id="rId9" Type="http://schemas.openxmlformats.org/officeDocument/2006/relationships/image" Target="../media/image2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13" Type="http://schemas.openxmlformats.org/officeDocument/2006/relationships/image" Target="../media/image40.png"/><Relationship Id="rId18" Type="http://schemas.openxmlformats.org/officeDocument/2006/relationships/image" Target="../media/image45.png"/><Relationship Id="rId3" Type="http://schemas.openxmlformats.org/officeDocument/2006/relationships/image" Target="../media/image30.png"/><Relationship Id="rId21" Type="http://schemas.openxmlformats.org/officeDocument/2006/relationships/image" Target="../media/image48.png"/><Relationship Id="rId7" Type="http://schemas.openxmlformats.org/officeDocument/2006/relationships/image" Target="../media/image34.png"/><Relationship Id="rId12" Type="http://schemas.openxmlformats.org/officeDocument/2006/relationships/image" Target="../media/image39.png"/><Relationship Id="rId17" Type="http://schemas.openxmlformats.org/officeDocument/2006/relationships/image" Target="../media/image44.png"/><Relationship Id="rId2" Type="http://schemas.openxmlformats.org/officeDocument/2006/relationships/image" Target="../media/image9.png"/><Relationship Id="rId16" Type="http://schemas.openxmlformats.org/officeDocument/2006/relationships/image" Target="../media/image43.png"/><Relationship Id="rId20" Type="http://schemas.openxmlformats.org/officeDocument/2006/relationships/image" Target="../media/image4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11" Type="http://schemas.openxmlformats.org/officeDocument/2006/relationships/image" Target="../media/image38.png"/><Relationship Id="rId5" Type="http://schemas.openxmlformats.org/officeDocument/2006/relationships/image" Target="../media/image32.png"/><Relationship Id="rId15" Type="http://schemas.openxmlformats.org/officeDocument/2006/relationships/image" Target="../media/image42.png"/><Relationship Id="rId10" Type="http://schemas.openxmlformats.org/officeDocument/2006/relationships/image" Target="../media/image37.png"/><Relationship Id="rId19" Type="http://schemas.openxmlformats.org/officeDocument/2006/relationships/image" Target="../media/image46.png"/><Relationship Id="rId4" Type="http://schemas.openxmlformats.org/officeDocument/2006/relationships/image" Target="../media/image31.png"/><Relationship Id="rId9" Type="http://schemas.openxmlformats.org/officeDocument/2006/relationships/image" Target="../media/image36.png"/><Relationship Id="rId14" Type="http://schemas.openxmlformats.org/officeDocument/2006/relationships/image" Target="../media/image41.png"/><Relationship Id="rId22" Type="http://schemas.openxmlformats.org/officeDocument/2006/relationships/image" Target="../media/image49.png"/></Relationships>
</file>

<file path=ppt/slides/_rels/slide9.xml.rels><?xml version="1.0" encoding="UTF-8" standalone="yes"?>
<Relationships xmlns="http://schemas.openxmlformats.org/package/2006/relationships"><Relationship Id="rId13" Type="http://schemas.openxmlformats.org/officeDocument/2006/relationships/image" Target="../media/image61.png"/><Relationship Id="rId18" Type="http://schemas.openxmlformats.org/officeDocument/2006/relationships/image" Target="../media/image66.png"/><Relationship Id="rId26" Type="http://schemas.openxmlformats.org/officeDocument/2006/relationships/image" Target="../media/image74.png"/><Relationship Id="rId3" Type="http://schemas.openxmlformats.org/officeDocument/2006/relationships/image" Target="../media/image51.png"/><Relationship Id="rId21" Type="http://schemas.openxmlformats.org/officeDocument/2006/relationships/image" Target="../media/image69.png"/><Relationship Id="rId34" Type="http://schemas.openxmlformats.org/officeDocument/2006/relationships/image" Target="../media/image82.png"/><Relationship Id="rId7" Type="http://schemas.openxmlformats.org/officeDocument/2006/relationships/image" Target="../media/image55.png"/><Relationship Id="rId12" Type="http://schemas.openxmlformats.org/officeDocument/2006/relationships/image" Target="../media/image60.png"/><Relationship Id="rId17" Type="http://schemas.openxmlformats.org/officeDocument/2006/relationships/image" Target="../media/image65.png"/><Relationship Id="rId25" Type="http://schemas.openxmlformats.org/officeDocument/2006/relationships/image" Target="../media/image73.png"/><Relationship Id="rId33" Type="http://schemas.openxmlformats.org/officeDocument/2006/relationships/image" Target="../media/image81.png"/><Relationship Id="rId2" Type="http://schemas.openxmlformats.org/officeDocument/2006/relationships/image" Target="../media/image50.png"/><Relationship Id="rId16" Type="http://schemas.openxmlformats.org/officeDocument/2006/relationships/image" Target="../media/image64.png"/><Relationship Id="rId20" Type="http://schemas.openxmlformats.org/officeDocument/2006/relationships/image" Target="../media/image68.png"/><Relationship Id="rId29" Type="http://schemas.openxmlformats.org/officeDocument/2006/relationships/image" Target="../media/image7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4.png"/><Relationship Id="rId11" Type="http://schemas.openxmlformats.org/officeDocument/2006/relationships/image" Target="../media/image59.png"/><Relationship Id="rId24" Type="http://schemas.openxmlformats.org/officeDocument/2006/relationships/image" Target="../media/image72.png"/><Relationship Id="rId32" Type="http://schemas.openxmlformats.org/officeDocument/2006/relationships/image" Target="../media/image80.png"/><Relationship Id="rId5" Type="http://schemas.openxmlformats.org/officeDocument/2006/relationships/image" Target="../media/image53.png"/><Relationship Id="rId15" Type="http://schemas.openxmlformats.org/officeDocument/2006/relationships/image" Target="../media/image63.png"/><Relationship Id="rId23" Type="http://schemas.openxmlformats.org/officeDocument/2006/relationships/image" Target="../media/image71.png"/><Relationship Id="rId28" Type="http://schemas.openxmlformats.org/officeDocument/2006/relationships/image" Target="../media/image76.png"/><Relationship Id="rId36" Type="http://schemas.openxmlformats.org/officeDocument/2006/relationships/image" Target="../media/image84.png"/><Relationship Id="rId10" Type="http://schemas.openxmlformats.org/officeDocument/2006/relationships/image" Target="../media/image58.png"/><Relationship Id="rId19" Type="http://schemas.openxmlformats.org/officeDocument/2006/relationships/image" Target="../media/image67.png"/><Relationship Id="rId31" Type="http://schemas.openxmlformats.org/officeDocument/2006/relationships/image" Target="../media/image79.png"/><Relationship Id="rId4" Type="http://schemas.openxmlformats.org/officeDocument/2006/relationships/image" Target="../media/image52.png"/><Relationship Id="rId9" Type="http://schemas.openxmlformats.org/officeDocument/2006/relationships/image" Target="../media/image57.png"/><Relationship Id="rId14" Type="http://schemas.openxmlformats.org/officeDocument/2006/relationships/image" Target="../media/image62.png"/><Relationship Id="rId22" Type="http://schemas.openxmlformats.org/officeDocument/2006/relationships/image" Target="../media/image70.png"/><Relationship Id="rId27" Type="http://schemas.openxmlformats.org/officeDocument/2006/relationships/image" Target="../media/image75.png"/><Relationship Id="rId30" Type="http://schemas.openxmlformats.org/officeDocument/2006/relationships/image" Target="../media/image78.png"/><Relationship Id="rId35" Type="http://schemas.openxmlformats.org/officeDocument/2006/relationships/image" Target="../media/image83.png"/><Relationship Id="rId8" Type="http://schemas.openxmlformats.org/officeDocument/2006/relationships/image" Target="../media/image56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png"/><Relationship Id="rId13" Type="http://schemas.openxmlformats.org/officeDocument/2006/relationships/image" Target="../media/image89.png"/><Relationship Id="rId18" Type="http://schemas.openxmlformats.org/officeDocument/2006/relationships/image" Target="../media/image94.png"/><Relationship Id="rId26" Type="http://schemas.openxmlformats.org/officeDocument/2006/relationships/image" Target="../media/image102.png"/><Relationship Id="rId3" Type="http://schemas.openxmlformats.org/officeDocument/2006/relationships/image" Target="../media/image85.png"/><Relationship Id="rId21" Type="http://schemas.openxmlformats.org/officeDocument/2006/relationships/image" Target="../media/image97.png"/><Relationship Id="rId7" Type="http://schemas.openxmlformats.org/officeDocument/2006/relationships/image" Target="../media/image57.png"/><Relationship Id="rId12" Type="http://schemas.openxmlformats.org/officeDocument/2006/relationships/image" Target="../media/image66.png"/><Relationship Id="rId17" Type="http://schemas.openxmlformats.org/officeDocument/2006/relationships/image" Target="../media/image93.png"/><Relationship Id="rId25" Type="http://schemas.openxmlformats.org/officeDocument/2006/relationships/image" Target="../media/image101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92.png"/><Relationship Id="rId20" Type="http://schemas.openxmlformats.org/officeDocument/2006/relationships/image" Target="../media/image9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8.png"/><Relationship Id="rId11" Type="http://schemas.openxmlformats.org/officeDocument/2006/relationships/image" Target="../media/image65.png"/><Relationship Id="rId24" Type="http://schemas.openxmlformats.org/officeDocument/2006/relationships/image" Target="../media/image100.png"/><Relationship Id="rId5" Type="http://schemas.openxmlformats.org/officeDocument/2006/relationships/image" Target="../media/image87.png"/><Relationship Id="rId15" Type="http://schemas.openxmlformats.org/officeDocument/2006/relationships/image" Target="../media/image91.png"/><Relationship Id="rId23" Type="http://schemas.openxmlformats.org/officeDocument/2006/relationships/image" Target="../media/image99.png"/><Relationship Id="rId28" Type="http://schemas.openxmlformats.org/officeDocument/2006/relationships/image" Target="../media/image104.png"/><Relationship Id="rId10" Type="http://schemas.openxmlformats.org/officeDocument/2006/relationships/image" Target="../media/image64.png"/><Relationship Id="rId19" Type="http://schemas.openxmlformats.org/officeDocument/2006/relationships/image" Target="../media/image95.png"/><Relationship Id="rId4" Type="http://schemas.openxmlformats.org/officeDocument/2006/relationships/image" Target="../media/image86.png"/><Relationship Id="rId9" Type="http://schemas.openxmlformats.org/officeDocument/2006/relationships/image" Target="../media/image59.png"/><Relationship Id="rId14" Type="http://schemas.openxmlformats.org/officeDocument/2006/relationships/image" Target="../media/image90.png"/><Relationship Id="rId22" Type="http://schemas.openxmlformats.org/officeDocument/2006/relationships/image" Target="../media/image98.png"/><Relationship Id="rId27" Type="http://schemas.openxmlformats.org/officeDocument/2006/relationships/image" Target="../media/image103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7CEF2BA3-2BAD-4E22-84CD-F391D21066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2547829"/>
              </p:ext>
            </p:extLst>
          </p:nvPr>
        </p:nvGraphicFramePr>
        <p:xfrm>
          <a:off x="1800769" y="1746351"/>
          <a:ext cx="7248638" cy="23737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08107">
                  <a:extLst>
                    <a:ext uri="{9D8B030D-6E8A-4147-A177-3AD203B41FA5}">
                      <a16:colId xmlns:a16="http://schemas.microsoft.com/office/drawing/2014/main" val="476545381"/>
                    </a:ext>
                  </a:extLst>
                </a:gridCol>
                <a:gridCol w="1208107">
                  <a:extLst>
                    <a:ext uri="{9D8B030D-6E8A-4147-A177-3AD203B41FA5}">
                      <a16:colId xmlns:a16="http://schemas.microsoft.com/office/drawing/2014/main" val="941458311"/>
                    </a:ext>
                  </a:extLst>
                </a:gridCol>
                <a:gridCol w="2416212">
                  <a:extLst>
                    <a:ext uri="{9D8B030D-6E8A-4147-A177-3AD203B41FA5}">
                      <a16:colId xmlns:a16="http://schemas.microsoft.com/office/drawing/2014/main" val="2426886428"/>
                    </a:ext>
                  </a:extLst>
                </a:gridCol>
                <a:gridCol w="2416212">
                  <a:extLst>
                    <a:ext uri="{9D8B030D-6E8A-4147-A177-3AD203B41FA5}">
                      <a16:colId xmlns:a16="http://schemas.microsoft.com/office/drawing/2014/main" val="2518322559"/>
                    </a:ext>
                  </a:extLst>
                </a:gridCol>
              </a:tblGrid>
              <a:tr h="586763">
                <a:tc rowSpan="2" gridSpan="2">
                  <a:txBody>
                    <a:bodyPr/>
                    <a:lstStyle/>
                    <a:p>
                      <a:pPr algn="ctr" latinLnBrk="1"/>
                      <a:endParaRPr lang="en-US" altLang="ko-KR" b="0" dirty="0">
                        <a:solidFill>
                          <a:schemeClr val="tx1"/>
                        </a:solidFill>
                        <a:latin typeface="NanumMyeongjo" panose="02000300000000000000" pitchFamily="2" charset="-127"/>
                        <a:ea typeface="NanumMyeongjo" panose="02000300000000000000" pitchFamily="2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Predicted Class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anumMyeongjo" panose="02000300000000000000" pitchFamily="2" charset="-127"/>
                        <a:ea typeface="NanumMyeongjo" panose="02000300000000000000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>
                        <a:latin typeface="NanumMyeongjo" panose="02000300000000000000" pitchFamily="2" charset="-127"/>
                        <a:ea typeface="NanumMyeongjo" panose="02000300000000000000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7170123"/>
                  </a:ext>
                </a:extLst>
              </a:tr>
              <a:tr h="586763"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Positive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anumMyeongjo" panose="02000300000000000000" pitchFamily="2" charset="-127"/>
                        <a:ea typeface="NanumMyeongjo" panose="02000300000000000000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Negative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anumMyeongjo" panose="02000300000000000000" pitchFamily="2" charset="-127"/>
                        <a:ea typeface="NanumMyeongjo" panose="02000300000000000000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0983110"/>
                  </a:ext>
                </a:extLst>
              </a:tr>
              <a:tr h="600089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Actual Class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Positive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anumMyeongjo" panose="02000300000000000000" pitchFamily="2" charset="-127"/>
                        <a:ea typeface="NanumMyeongjo" panose="02000300000000000000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True Positive (TP)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anumMyeongjo" panose="02000300000000000000" pitchFamily="2" charset="-127"/>
                        <a:ea typeface="NanumMyeongjo" panose="02000300000000000000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False Negative (FN)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anumMyeongjo" panose="02000300000000000000" pitchFamily="2" charset="-127"/>
                        <a:ea typeface="NanumMyeongjo" panose="02000300000000000000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481650"/>
                  </a:ext>
                </a:extLst>
              </a:tr>
              <a:tr h="600089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Negative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anumMyeongjo" panose="02000300000000000000" pitchFamily="2" charset="-127"/>
                        <a:ea typeface="NanumMyeongjo" panose="02000300000000000000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False Negative (FN)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anumMyeongjo" panose="02000300000000000000" pitchFamily="2" charset="-127"/>
                        <a:ea typeface="NanumMyeongjo" panose="02000300000000000000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True Negative (TN)</a:t>
                      </a:r>
                      <a:endParaRPr lang="ko-KR" altLang="en-US" b="0" dirty="0">
                        <a:solidFill>
                          <a:schemeClr val="tx1"/>
                        </a:solidFill>
                        <a:latin typeface="NanumMyeongjo" panose="02000300000000000000" pitchFamily="2" charset="-127"/>
                        <a:ea typeface="NanumMyeongjo" panose="02000300000000000000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61968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103438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타원 4">
            <a:extLst>
              <a:ext uri="{FF2B5EF4-FFF2-40B4-BE49-F238E27FC236}">
                <a16:creationId xmlns:a16="http://schemas.microsoft.com/office/drawing/2014/main" id="{9C669161-F8E5-0768-85E6-48D74E207976}"/>
              </a:ext>
            </a:extLst>
          </p:cNvPr>
          <p:cNvSpPr/>
          <p:nvPr/>
        </p:nvSpPr>
        <p:spPr>
          <a:xfrm>
            <a:off x="1733548" y="3376002"/>
            <a:ext cx="232361" cy="232361"/>
          </a:xfrm>
          <a:prstGeom prst="ellipse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500" dirty="0">
                <a:latin typeface="NanumMyeongjo" panose="02000300000000000000" pitchFamily="2" charset="-127"/>
                <a:ea typeface="NanumMyeongjo" panose="02000300000000000000" pitchFamily="2" charset="-127"/>
              </a:rPr>
              <a:t>1</a:t>
            </a:r>
            <a:endParaRPr kumimoji="1" lang="ko-KR" altLang="en-US" sz="1500" dirty="0">
              <a:latin typeface="NanumMyeongjo" panose="02000300000000000000" pitchFamily="2" charset="-127"/>
              <a:ea typeface="NanumMyeongjo" panose="02000300000000000000" pitchFamily="2" charset="-127"/>
            </a:endParaRPr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DB657373-C379-56FE-B2D6-3C3B8B28EDA1}"/>
              </a:ext>
            </a:extLst>
          </p:cNvPr>
          <p:cNvSpPr/>
          <p:nvPr/>
        </p:nvSpPr>
        <p:spPr>
          <a:xfrm>
            <a:off x="1705351" y="3994443"/>
            <a:ext cx="232361" cy="232361"/>
          </a:xfrm>
          <a:prstGeom prst="ellipse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500" dirty="0">
                <a:latin typeface="NanumMyeongjo" panose="02000300000000000000" pitchFamily="2" charset="-127"/>
                <a:ea typeface="NanumMyeongjo" panose="02000300000000000000" pitchFamily="2" charset="-127"/>
              </a:rPr>
              <a:t>2</a:t>
            </a:r>
            <a:endParaRPr kumimoji="1" lang="ko-KR" altLang="en-US" sz="1500" dirty="0">
              <a:latin typeface="NanumMyeongjo" panose="02000300000000000000" pitchFamily="2" charset="-127"/>
              <a:ea typeface="NanumMyeongjo" panose="02000300000000000000" pitchFamily="2" charset="-127"/>
            </a:endParaRP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BFC16BA3-75E0-6EC7-53A2-D246CF91B8AB}"/>
              </a:ext>
            </a:extLst>
          </p:cNvPr>
          <p:cNvSpPr/>
          <p:nvPr/>
        </p:nvSpPr>
        <p:spPr>
          <a:xfrm>
            <a:off x="2582755" y="3639040"/>
            <a:ext cx="232361" cy="232361"/>
          </a:xfrm>
          <a:prstGeom prst="ellipse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500" dirty="0">
                <a:latin typeface="NanumMyeongjo" panose="02000300000000000000" pitchFamily="2" charset="-127"/>
                <a:ea typeface="NanumMyeongjo" panose="02000300000000000000" pitchFamily="2" charset="-127"/>
              </a:rPr>
              <a:t>3</a:t>
            </a:r>
            <a:endParaRPr kumimoji="1" lang="ko-KR" altLang="en-US" sz="1500" dirty="0">
              <a:latin typeface="NanumMyeongjo" panose="02000300000000000000" pitchFamily="2" charset="-127"/>
              <a:ea typeface="NanumMyeongjo" panose="02000300000000000000" pitchFamily="2" charset="-127"/>
            </a:endParaRPr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7AAF14EF-8AC8-E42E-BDB2-683414DB9ABC}"/>
              </a:ext>
            </a:extLst>
          </p:cNvPr>
          <p:cNvSpPr/>
          <p:nvPr/>
        </p:nvSpPr>
        <p:spPr>
          <a:xfrm>
            <a:off x="2570406" y="4097662"/>
            <a:ext cx="232361" cy="232361"/>
          </a:xfrm>
          <a:prstGeom prst="ellipse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500" dirty="0">
                <a:latin typeface="NanumMyeongjo" panose="02000300000000000000" pitchFamily="2" charset="-127"/>
                <a:ea typeface="NanumMyeongjo" panose="02000300000000000000" pitchFamily="2" charset="-127"/>
              </a:rPr>
              <a:t>4</a:t>
            </a:r>
            <a:endParaRPr kumimoji="1" lang="ko-KR" altLang="en-US" sz="1500" dirty="0">
              <a:latin typeface="NanumMyeongjo" panose="02000300000000000000" pitchFamily="2" charset="-127"/>
              <a:ea typeface="NanumMyeongjo" panose="02000300000000000000" pitchFamily="2" charset="-127"/>
            </a:endParaRPr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125F0B0D-0ECC-8727-09BF-643209102F25}"/>
              </a:ext>
            </a:extLst>
          </p:cNvPr>
          <p:cNvSpPr/>
          <p:nvPr/>
        </p:nvSpPr>
        <p:spPr>
          <a:xfrm>
            <a:off x="2156033" y="3634062"/>
            <a:ext cx="232361" cy="232361"/>
          </a:xfrm>
          <a:prstGeom prst="ellipse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500" dirty="0">
                <a:latin typeface="NanumMyeongjo" panose="02000300000000000000" pitchFamily="2" charset="-127"/>
                <a:ea typeface="NanumMyeongjo" panose="02000300000000000000" pitchFamily="2" charset="-127"/>
              </a:rPr>
              <a:t>1</a:t>
            </a:r>
            <a:endParaRPr kumimoji="1" lang="ko-KR" altLang="en-US" sz="1500" dirty="0">
              <a:latin typeface="NanumMyeongjo" panose="02000300000000000000" pitchFamily="2" charset="-127"/>
              <a:ea typeface="NanumMyeongjo" panose="02000300000000000000" pitchFamily="2" charset="-127"/>
            </a:endParaRPr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1DF33640-F252-26A0-7645-0A701145BC06}"/>
              </a:ext>
            </a:extLst>
          </p:cNvPr>
          <p:cNvSpPr/>
          <p:nvPr/>
        </p:nvSpPr>
        <p:spPr>
          <a:xfrm>
            <a:off x="2079782" y="4055185"/>
            <a:ext cx="232361" cy="232361"/>
          </a:xfrm>
          <a:prstGeom prst="ellipse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500" dirty="0">
                <a:latin typeface="NanumMyeongjo" panose="02000300000000000000" pitchFamily="2" charset="-127"/>
                <a:ea typeface="NanumMyeongjo" panose="02000300000000000000" pitchFamily="2" charset="-127"/>
              </a:rPr>
              <a:t>2</a:t>
            </a:r>
            <a:endParaRPr kumimoji="1" lang="ko-KR" altLang="en-US" sz="1500" dirty="0">
              <a:latin typeface="NanumMyeongjo" panose="02000300000000000000" pitchFamily="2" charset="-127"/>
              <a:ea typeface="NanumMyeongjo" panose="02000300000000000000" pitchFamily="2" charset="-127"/>
            </a:endParaRPr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CA7248B3-85D8-F69D-1CDD-7A22893BD9A5}"/>
              </a:ext>
            </a:extLst>
          </p:cNvPr>
          <p:cNvSpPr/>
          <p:nvPr/>
        </p:nvSpPr>
        <p:spPr>
          <a:xfrm>
            <a:off x="2899576" y="3930435"/>
            <a:ext cx="232361" cy="232361"/>
          </a:xfrm>
          <a:prstGeom prst="ellipse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500" dirty="0">
                <a:latin typeface="NanumMyeongjo" panose="02000300000000000000" pitchFamily="2" charset="-127"/>
                <a:ea typeface="NanumMyeongjo" panose="02000300000000000000" pitchFamily="2" charset="-127"/>
              </a:rPr>
              <a:t>3</a:t>
            </a:r>
            <a:endParaRPr kumimoji="1" lang="ko-KR" altLang="en-US" sz="1500" dirty="0">
              <a:latin typeface="NanumMyeongjo" panose="02000300000000000000" pitchFamily="2" charset="-127"/>
              <a:ea typeface="NanumMyeongjo" panose="02000300000000000000" pitchFamily="2" charset="-127"/>
            </a:endParaRPr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94F8B54B-2547-0E11-A2A3-EF112189695C}"/>
              </a:ext>
            </a:extLst>
          </p:cNvPr>
          <p:cNvSpPr/>
          <p:nvPr/>
        </p:nvSpPr>
        <p:spPr>
          <a:xfrm>
            <a:off x="2325697" y="3259821"/>
            <a:ext cx="232361" cy="232361"/>
          </a:xfrm>
          <a:prstGeom prst="ellipse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500" dirty="0">
                <a:latin typeface="NanumMyeongjo" panose="02000300000000000000" pitchFamily="2" charset="-127"/>
                <a:ea typeface="NanumMyeongjo" panose="02000300000000000000" pitchFamily="2" charset="-127"/>
              </a:rPr>
              <a:t>4</a:t>
            </a:r>
            <a:endParaRPr kumimoji="1" lang="ko-KR" altLang="en-US" sz="1500" dirty="0">
              <a:latin typeface="NanumMyeongjo" panose="02000300000000000000" pitchFamily="2" charset="-127"/>
              <a:ea typeface="NanumMyeongjo" panose="02000300000000000000" pitchFamily="2" charset="-127"/>
            </a:endParaRPr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3BD3D1DD-4413-A25B-F0CB-26AC8045B344}"/>
              </a:ext>
            </a:extLst>
          </p:cNvPr>
          <p:cNvSpPr/>
          <p:nvPr/>
        </p:nvSpPr>
        <p:spPr>
          <a:xfrm>
            <a:off x="3058723" y="3475411"/>
            <a:ext cx="232361" cy="232361"/>
          </a:xfrm>
          <a:prstGeom prst="ellipse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500" dirty="0">
                <a:latin typeface="NanumMyeongjo" panose="02000300000000000000" pitchFamily="2" charset="-127"/>
                <a:ea typeface="NanumMyeongjo" panose="02000300000000000000" pitchFamily="2" charset="-127"/>
              </a:rPr>
              <a:t>5</a:t>
            </a:r>
            <a:endParaRPr kumimoji="1" lang="ko-KR" altLang="en-US" sz="1500" dirty="0">
              <a:latin typeface="NanumMyeongjo" panose="02000300000000000000" pitchFamily="2" charset="-127"/>
              <a:ea typeface="NanumMyeongjo" panose="02000300000000000000" pitchFamily="2" charset="-127"/>
            </a:endParaRPr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F401BB13-BA84-616A-6A65-87F761280133}"/>
              </a:ext>
            </a:extLst>
          </p:cNvPr>
          <p:cNvSpPr/>
          <p:nvPr/>
        </p:nvSpPr>
        <p:spPr>
          <a:xfrm>
            <a:off x="2774916" y="3211137"/>
            <a:ext cx="232361" cy="232361"/>
          </a:xfrm>
          <a:prstGeom prst="ellipse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500" dirty="0">
                <a:latin typeface="NanumMyeongjo" panose="02000300000000000000" pitchFamily="2" charset="-127"/>
                <a:ea typeface="NanumMyeongjo" panose="02000300000000000000" pitchFamily="2" charset="-127"/>
              </a:rPr>
              <a:t>5</a:t>
            </a:r>
            <a:endParaRPr kumimoji="1" lang="ko-KR" altLang="en-US" sz="1500" dirty="0">
              <a:latin typeface="NanumMyeongjo" panose="02000300000000000000" pitchFamily="2" charset="-127"/>
              <a:ea typeface="NanumMyeongjo" panose="02000300000000000000" pitchFamily="2" charset="-127"/>
            </a:endParaRPr>
          </a:p>
        </p:txBody>
      </p:sp>
      <p:cxnSp>
        <p:nvCxnSpPr>
          <p:cNvPr id="15" name="직선 연결선[R] 14">
            <a:extLst>
              <a:ext uri="{FF2B5EF4-FFF2-40B4-BE49-F238E27FC236}">
                <a16:creationId xmlns:a16="http://schemas.microsoft.com/office/drawing/2014/main" id="{63DC7322-E131-DA61-7A13-58B2A9217A0F}"/>
              </a:ext>
            </a:extLst>
          </p:cNvPr>
          <p:cNvCxnSpPr>
            <a:cxnSpLocks/>
            <a:endCxn id="9" idx="1"/>
          </p:cNvCxnSpPr>
          <p:nvPr/>
        </p:nvCxnSpPr>
        <p:spPr>
          <a:xfrm>
            <a:off x="1961672" y="3554555"/>
            <a:ext cx="228389" cy="113535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6" name="직선 연결선[R] 15">
            <a:extLst>
              <a:ext uri="{FF2B5EF4-FFF2-40B4-BE49-F238E27FC236}">
                <a16:creationId xmlns:a16="http://schemas.microsoft.com/office/drawing/2014/main" id="{89041C18-8049-9CC1-B41E-2CBFDC689295}"/>
              </a:ext>
            </a:extLst>
          </p:cNvPr>
          <p:cNvCxnSpPr>
            <a:cxnSpLocks/>
            <a:stCxn id="6" idx="7"/>
            <a:endCxn id="9" idx="3"/>
          </p:cNvCxnSpPr>
          <p:nvPr/>
        </p:nvCxnSpPr>
        <p:spPr>
          <a:xfrm flipV="1">
            <a:off x="1903684" y="3832395"/>
            <a:ext cx="286377" cy="196076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7" name="직선 연결선[R] 16">
            <a:extLst>
              <a:ext uri="{FF2B5EF4-FFF2-40B4-BE49-F238E27FC236}">
                <a16:creationId xmlns:a16="http://schemas.microsoft.com/office/drawing/2014/main" id="{9667ABD1-BECD-632D-F943-AF0416170B43}"/>
              </a:ext>
            </a:extLst>
          </p:cNvPr>
          <p:cNvCxnSpPr>
            <a:cxnSpLocks/>
            <a:stCxn id="10" idx="2"/>
            <a:endCxn id="6" idx="6"/>
          </p:cNvCxnSpPr>
          <p:nvPr/>
        </p:nvCxnSpPr>
        <p:spPr>
          <a:xfrm flipH="1" flipV="1">
            <a:off x="1937712" y="4110624"/>
            <a:ext cx="142070" cy="6074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직선 연결선[R] 17">
            <a:extLst>
              <a:ext uri="{FF2B5EF4-FFF2-40B4-BE49-F238E27FC236}">
                <a16:creationId xmlns:a16="http://schemas.microsoft.com/office/drawing/2014/main" id="{7A2C89AD-1773-D070-E99F-A7C9FE11B8FB}"/>
              </a:ext>
            </a:extLst>
          </p:cNvPr>
          <p:cNvCxnSpPr>
            <a:cxnSpLocks/>
            <a:stCxn id="8" idx="6"/>
            <a:endCxn id="11" idx="3"/>
          </p:cNvCxnSpPr>
          <p:nvPr/>
        </p:nvCxnSpPr>
        <p:spPr>
          <a:xfrm flipV="1">
            <a:off x="2802767" y="4128768"/>
            <a:ext cx="130837" cy="85075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9" name="직선 연결선[R] 18">
            <a:extLst>
              <a:ext uri="{FF2B5EF4-FFF2-40B4-BE49-F238E27FC236}">
                <a16:creationId xmlns:a16="http://schemas.microsoft.com/office/drawing/2014/main" id="{DC3E1272-9004-4C93-C62D-EAD84991D7F7}"/>
              </a:ext>
            </a:extLst>
          </p:cNvPr>
          <p:cNvCxnSpPr>
            <a:cxnSpLocks/>
            <a:stCxn id="7" idx="5"/>
            <a:endCxn id="11" idx="1"/>
          </p:cNvCxnSpPr>
          <p:nvPr/>
        </p:nvCxnSpPr>
        <p:spPr>
          <a:xfrm>
            <a:off x="2781088" y="3837373"/>
            <a:ext cx="152516" cy="12709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직선 연결선[R] 19">
            <a:extLst>
              <a:ext uri="{FF2B5EF4-FFF2-40B4-BE49-F238E27FC236}">
                <a16:creationId xmlns:a16="http://schemas.microsoft.com/office/drawing/2014/main" id="{32CADC87-98C0-DD20-2ED2-23BC30CFDD91}"/>
              </a:ext>
            </a:extLst>
          </p:cNvPr>
          <p:cNvCxnSpPr>
            <a:cxnSpLocks/>
            <a:stCxn id="13" idx="4"/>
            <a:endCxn id="11" idx="7"/>
          </p:cNvCxnSpPr>
          <p:nvPr/>
        </p:nvCxnSpPr>
        <p:spPr>
          <a:xfrm flipH="1">
            <a:off x="3097909" y="3707772"/>
            <a:ext cx="76995" cy="256691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1" name="직선 연결선[R] 20">
            <a:extLst>
              <a:ext uri="{FF2B5EF4-FFF2-40B4-BE49-F238E27FC236}">
                <a16:creationId xmlns:a16="http://schemas.microsoft.com/office/drawing/2014/main" id="{8BD0CD7A-6715-49D4-781C-2B86C7D6FE4C}"/>
              </a:ext>
            </a:extLst>
          </p:cNvPr>
          <p:cNvCxnSpPr>
            <a:cxnSpLocks/>
            <a:stCxn id="12" idx="5"/>
            <a:endCxn id="7" idx="1"/>
          </p:cNvCxnSpPr>
          <p:nvPr/>
        </p:nvCxnSpPr>
        <p:spPr>
          <a:xfrm>
            <a:off x="2524030" y="3458154"/>
            <a:ext cx="92753" cy="214914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2" name="직선 연결선[R] 21">
            <a:extLst>
              <a:ext uri="{FF2B5EF4-FFF2-40B4-BE49-F238E27FC236}">
                <a16:creationId xmlns:a16="http://schemas.microsoft.com/office/drawing/2014/main" id="{A7C1A11C-9588-A68B-676B-67012F6F1684}"/>
              </a:ext>
            </a:extLst>
          </p:cNvPr>
          <p:cNvCxnSpPr>
            <a:cxnSpLocks/>
            <a:stCxn id="14" idx="5"/>
            <a:endCxn id="13" idx="0"/>
          </p:cNvCxnSpPr>
          <p:nvPr/>
        </p:nvCxnSpPr>
        <p:spPr>
          <a:xfrm>
            <a:off x="2973249" y="3409470"/>
            <a:ext cx="201655" cy="65941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3" name="직선 연결선[R] 22">
            <a:extLst>
              <a:ext uri="{FF2B5EF4-FFF2-40B4-BE49-F238E27FC236}">
                <a16:creationId xmlns:a16="http://schemas.microsoft.com/office/drawing/2014/main" id="{A0742C08-EB4D-38F4-544A-3E32512B7DE8}"/>
              </a:ext>
            </a:extLst>
          </p:cNvPr>
          <p:cNvCxnSpPr>
            <a:cxnSpLocks/>
            <a:stCxn id="5" idx="7"/>
            <a:endCxn id="12" idx="2"/>
          </p:cNvCxnSpPr>
          <p:nvPr/>
        </p:nvCxnSpPr>
        <p:spPr>
          <a:xfrm flipV="1">
            <a:off x="1931881" y="3376002"/>
            <a:ext cx="393816" cy="34028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4" name="직선 연결선[R] 23">
            <a:extLst>
              <a:ext uri="{FF2B5EF4-FFF2-40B4-BE49-F238E27FC236}">
                <a16:creationId xmlns:a16="http://schemas.microsoft.com/office/drawing/2014/main" id="{5DD48449-6BE5-F6DE-4D52-A65E0406B90E}"/>
              </a:ext>
            </a:extLst>
          </p:cNvPr>
          <p:cNvCxnSpPr>
            <a:cxnSpLocks/>
            <a:stCxn id="9" idx="6"/>
            <a:endCxn id="7" idx="2"/>
          </p:cNvCxnSpPr>
          <p:nvPr/>
        </p:nvCxnSpPr>
        <p:spPr>
          <a:xfrm>
            <a:off x="2388394" y="3750243"/>
            <a:ext cx="194361" cy="497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aphicFrame>
        <p:nvGraphicFramePr>
          <p:cNvPr id="25" name="표 24">
            <a:extLst>
              <a:ext uri="{FF2B5EF4-FFF2-40B4-BE49-F238E27FC236}">
                <a16:creationId xmlns:a16="http://schemas.microsoft.com/office/drawing/2014/main" id="{8C322066-D798-DB9D-3D02-EA59339AA6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6862034"/>
              </p:ext>
            </p:extLst>
          </p:nvPr>
        </p:nvGraphicFramePr>
        <p:xfrm>
          <a:off x="1881734" y="1442145"/>
          <a:ext cx="1474764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5794">
                  <a:extLst>
                    <a:ext uri="{9D8B030D-6E8A-4147-A177-3AD203B41FA5}">
                      <a16:colId xmlns:a16="http://schemas.microsoft.com/office/drawing/2014/main" val="3747532808"/>
                    </a:ext>
                  </a:extLst>
                </a:gridCol>
                <a:gridCol w="245794">
                  <a:extLst>
                    <a:ext uri="{9D8B030D-6E8A-4147-A177-3AD203B41FA5}">
                      <a16:colId xmlns:a16="http://schemas.microsoft.com/office/drawing/2014/main" val="1156442082"/>
                    </a:ext>
                  </a:extLst>
                </a:gridCol>
                <a:gridCol w="245794">
                  <a:extLst>
                    <a:ext uri="{9D8B030D-6E8A-4147-A177-3AD203B41FA5}">
                      <a16:colId xmlns:a16="http://schemas.microsoft.com/office/drawing/2014/main" val="1947900718"/>
                    </a:ext>
                  </a:extLst>
                </a:gridCol>
                <a:gridCol w="245794">
                  <a:extLst>
                    <a:ext uri="{9D8B030D-6E8A-4147-A177-3AD203B41FA5}">
                      <a16:colId xmlns:a16="http://schemas.microsoft.com/office/drawing/2014/main" val="3880297891"/>
                    </a:ext>
                  </a:extLst>
                </a:gridCol>
                <a:gridCol w="245794">
                  <a:extLst>
                    <a:ext uri="{9D8B030D-6E8A-4147-A177-3AD203B41FA5}">
                      <a16:colId xmlns:a16="http://schemas.microsoft.com/office/drawing/2014/main" val="1443468278"/>
                    </a:ext>
                  </a:extLst>
                </a:gridCol>
                <a:gridCol w="245794">
                  <a:extLst>
                    <a:ext uri="{9D8B030D-6E8A-4147-A177-3AD203B41FA5}">
                      <a16:colId xmlns:a16="http://schemas.microsoft.com/office/drawing/2014/main" val="2736256820"/>
                    </a:ext>
                  </a:extLst>
                </a:gridCol>
              </a:tblGrid>
              <a:tr h="239803">
                <a:tc>
                  <a:txBody>
                    <a:bodyPr/>
                    <a:lstStyle/>
                    <a:p>
                      <a:pPr algn="ctr" latinLnBrk="1"/>
                      <a:endParaRPr lang="ko-KR" altLang="en-US" sz="10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ko-KR" altLang="en-US" sz="10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6B2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ko-KR" altLang="en-US" sz="10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6B2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ko-KR" altLang="en-US" sz="10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6B2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bg1"/>
                          </a:solidFill>
                        </a:rPr>
                        <a:t>4</a:t>
                      </a:r>
                      <a:endParaRPr lang="ko-KR" altLang="en-US" sz="10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6B2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bg1"/>
                          </a:solidFill>
                        </a:rPr>
                        <a:t>5</a:t>
                      </a:r>
                      <a:endParaRPr lang="ko-KR" altLang="en-US" sz="10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6B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6242327"/>
                  </a:ext>
                </a:extLst>
              </a:tr>
              <a:tr h="23980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ko-KR" altLang="en-US" sz="10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9ED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0400950"/>
                  </a:ext>
                </a:extLst>
              </a:tr>
              <a:tr h="23980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ko-KR" altLang="en-US" sz="10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9ED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66344016"/>
                  </a:ext>
                </a:extLst>
              </a:tr>
              <a:tr h="23980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ko-KR" altLang="en-US" sz="10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9ED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4114838"/>
                  </a:ext>
                </a:extLst>
              </a:tr>
              <a:tr h="23980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bg1"/>
                          </a:solidFill>
                        </a:rPr>
                        <a:t>4</a:t>
                      </a:r>
                      <a:endParaRPr lang="ko-KR" altLang="en-US" sz="10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9ED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3357159"/>
                  </a:ext>
                </a:extLst>
              </a:tr>
              <a:tr h="23980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bg1"/>
                          </a:solidFill>
                        </a:rPr>
                        <a:t>5</a:t>
                      </a:r>
                      <a:endParaRPr lang="ko-KR" altLang="en-US" sz="10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9ED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0638118"/>
                  </a:ext>
                </a:extLst>
              </a:tr>
            </a:tbl>
          </a:graphicData>
        </a:graphic>
      </p:graphicFrame>
      <p:sp>
        <p:nvSpPr>
          <p:cNvPr id="26" name="타원 25">
            <a:extLst>
              <a:ext uri="{FF2B5EF4-FFF2-40B4-BE49-F238E27FC236}">
                <a16:creationId xmlns:a16="http://schemas.microsoft.com/office/drawing/2014/main" id="{DAE1B48F-2A49-771A-9F47-2A471C265592}"/>
              </a:ext>
            </a:extLst>
          </p:cNvPr>
          <p:cNvSpPr/>
          <p:nvPr/>
        </p:nvSpPr>
        <p:spPr>
          <a:xfrm>
            <a:off x="1776514" y="333622"/>
            <a:ext cx="232361" cy="232361"/>
          </a:xfrm>
          <a:prstGeom prst="ellipse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500" dirty="0">
                <a:latin typeface="NanumMyeongjo" panose="02000300000000000000" pitchFamily="2" charset="-127"/>
                <a:ea typeface="NanumMyeongjo" panose="02000300000000000000" pitchFamily="2" charset="-127"/>
              </a:rPr>
              <a:t>1</a:t>
            </a:r>
            <a:endParaRPr kumimoji="1" lang="ko-KR" altLang="en-US" sz="1500" dirty="0">
              <a:latin typeface="NanumMyeongjo" panose="02000300000000000000" pitchFamily="2" charset="-127"/>
              <a:ea typeface="NanumMyeongjo" panose="02000300000000000000" pitchFamily="2" charset="-127"/>
            </a:endParaRPr>
          </a:p>
        </p:txBody>
      </p:sp>
      <p:sp>
        <p:nvSpPr>
          <p:cNvPr id="27" name="타원 26">
            <a:extLst>
              <a:ext uri="{FF2B5EF4-FFF2-40B4-BE49-F238E27FC236}">
                <a16:creationId xmlns:a16="http://schemas.microsoft.com/office/drawing/2014/main" id="{3D898F02-5786-9B02-003D-AE2BB2D8990D}"/>
              </a:ext>
            </a:extLst>
          </p:cNvPr>
          <p:cNvSpPr/>
          <p:nvPr/>
        </p:nvSpPr>
        <p:spPr>
          <a:xfrm>
            <a:off x="1748317" y="952063"/>
            <a:ext cx="232361" cy="232361"/>
          </a:xfrm>
          <a:prstGeom prst="ellipse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500" dirty="0">
                <a:latin typeface="NanumMyeongjo" panose="02000300000000000000" pitchFamily="2" charset="-127"/>
                <a:ea typeface="NanumMyeongjo" panose="02000300000000000000" pitchFamily="2" charset="-127"/>
              </a:rPr>
              <a:t>2</a:t>
            </a:r>
            <a:endParaRPr kumimoji="1" lang="ko-KR" altLang="en-US" sz="1500" dirty="0">
              <a:latin typeface="NanumMyeongjo" panose="02000300000000000000" pitchFamily="2" charset="-127"/>
              <a:ea typeface="NanumMyeongjo" panose="02000300000000000000" pitchFamily="2" charset="-127"/>
            </a:endParaRPr>
          </a:p>
        </p:txBody>
      </p:sp>
      <p:sp>
        <p:nvSpPr>
          <p:cNvPr id="28" name="타원 27">
            <a:extLst>
              <a:ext uri="{FF2B5EF4-FFF2-40B4-BE49-F238E27FC236}">
                <a16:creationId xmlns:a16="http://schemas.microsoft.com/office/drawing/2014/main" id="{ACC58946-D3CB-12D7-AC34-62D5242EF5FB}"/>
              </a:ext>
            </a:extLst>
          </p:cNvPr>
          <p:cNvSpPr/>
          <p:nvPr/>
        </p:nvSpPr>
        <p:spPr>
          <a:xfrm>
            <a:off x="2625721" y="596660"/>
            <a:ext cx="232361" cy="232361"/>
          </a:xfrm>
          <a:prstGeom prst="ellipse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500" dirty="0">
                <a:latin typeface="NanumMyeongjo" panose="02000300000000000000" pitchFamily="2" charset="-127"/>
                <a:ea typeface="NanumMyeongjo" panose="02000300000000000000" pitchFamily="2" charset="-127"/>
              </a:rPr>
              <a:t>3</a:t>
            </a:r>
            <a:endParaRPr kumimoji="1" lang="ko-KR" altLang="en-US" sz="1500" dirty="0">
              <a:latin typeface="NanumMyeongjo" panose="02000300000000000000" pitchFamily="2" charset="-127"/>
              <a:ea typeface="NanumMyeongjo" panose="02000300000000000000" pitchFamily="2" charset="-127"/>
            </a:endParaRPr>
          </a:p>
        </p:txBody>
      </p:sp>
      <p:sp>
        <p:nvSpPr>
          <p:cNvPr id="29" name="타원 28">
            <a:extLst>
              <a:ext uri="{FF2B5EF4-FFF2-40B4-BE49-F238E27FC236}">
                <a16:creationId xmlns:a16="http://schemas.microsoft.com/office/drawing/2014/main" id="{BDDF33BC-51C2-ECB4-29DF-1BDAA7110EB4}"/>
              </a:ext>
            </a:extLst>
          </p:cNvPr>
          <p:cNvSpPr/>
          <p:nvPr/>
        </p:nvSpPr>
        <p:spPr>
          <a:xfrm>
            <a:off x="2613372" y="1055282"/>
            <a:ext cx="232361" cy="232361"/>
          </a:xfrm>
          <a:prstGeom prst="ellipse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500" dirty="0">
                <a:latin typeface="NanumMyeongjo" panose="02000300000000000000" pitchFamily="2" charset="-127"/>
                <a:ea typeface="NanumMyeongjo" panose="02000300000000000000" pitchFamily="2" charset="-127"/>
              </a:rPr>
              <a:t>4</a:t>
            </a:r>
            <a:endParaRPr kumimoji="1" lang="ko-KR" altLang="en-US" sz="1500" dirty="0">
              <a:latin typeface="NanumMyeongjo" panose="02000300000000000000" pitchFamily="2" charset="-127"/>
              <a:ea typeface="NanumMyeongjo" panose="02000300000000000000" pitchFamily="2" charset="-127"/>
            </a:endParaRPr>
          </a:p>
        </p:txBody>
      </p:sp>
      <p:sp>
        <p:nvSpPr>
          <p:cNvPr id="30" name="타원 29">
            <a:extLst>
              <a:ext uri="{FF2B5EF4-FFF2-40B4-BE49-F238E27FC236}">
                <a16:creationId xmlns:a16="http://schemas.microsoft.com/office/drawing/2014/main" id="{308C510D-E34A-8C17-389E-3598EB9CE15C}"/>
              </a:ext>
            </a:extLst>
          </p:cNvPr>
          <p:cNvSpPr/>
          <p:nvPr/>
        </p:nvSpPr>
        <p:spPr>
          <a:xfrm>
            <a:off x="2198999" y="591682"/>
            <a:ext cx="232361" cy="232361"/>
          </a:xfrm>
          <a:prstGeom prst="ellipse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500" dirty="0">
                <a:latin typeface="NanumMyeongjo" panose="02000300000000000000" pitchFamily="2" charset="-127"/>
                <a:ea typeface="NanumMyeongjo" panose="02000300000000000000" pitchFamily="2" charset="-127"/>
              </a:rPr>
              <a:t>1</a:t>
            </a:r>
            <a:endParaRPr kumimoji="1" lang="ko-KR" altLang="en-US" sz="1500" dirty="0">
              <a:latin typeface="NanumMyeongjo" panose="02000300000000000000" pitchFamily="2" charset="-127"/>
              <a:ea typeface="NanumMyeongjo" panose="02000300000000000000" pitchFamily="2" charset="-127"/>
            </a:endParaRPr>
          </a:p>
        </p:txBody>
      </p:sp>
      <p:sp>
        <p:nvSpPr>
          <p:cNvPr id="31" name="타원 30">
            <a:extLst>
              <a:ext uri="{FF2B5EF4-FFF2-40B4-BE49-F238E27FC236}">
                <a16:creationId xmlns:a16="http://schemas.microsoft.com/office/drawing/2014/main" id="{A4671757-AE6B-81AE-2AF9-EA57F47935E7}"/>
              </a:ext>
            </a:extLst>
          </p:cNvPr>
          <p:cNvSpPr/>
          <p:nvPr/>
        </p:nvSpPr>
        <p:spPr>
          <a:xfrm>
            <a:off x="2942542" y="888055"/>
            <a:ext cx="232361" cy="232361"/>
          </a:xfrm>
          <a:prstGeom prst="ellipse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500" dirty="0">
                <a:latin typeface="NanumMyeongjo" panose="02000300000000000000" pitchFamily="2" charset="-127"/>
                <a:ea typeface="NanumMyeongjo" panose="02000300000000000000" pitchFamily="2" charset="-127"/>
              </a:rPr>
              <a:t>3</a:t>
            </a:r>
            <a:endParaRPr kumimoji="1" lang="ko-KR" altLang="en-US" sz="1500" dirty="0">
              <a:latin typeface="NanumMyeongjo" panose="02000300000000000000" pitchFamily="2" charset="-127"/>
              <a:ea typeface="NanumMyeongjo" panose="02000300000000000000" pitchFamily="2" charset="-127"/>
            </a:endParaRPr>
          </a:p>
        </p:txBody>
      </p:sp>
      <p:sp>
        <p:nvSpPr>
          <p:cNvPr id="32" name="타원 31">
            <a:extLst>
              <a:ext uri="{FF2B5EF4-FFF2-40B4-BE49-F238E27FC236}">
                <a16:creationId xmlns:a16="http://schemas.microsoft.com/office/drawing/2014/main" id="{F9005BD5-18D0-2ACE-4D31-71B222E2726C}"/>
              </a:ext>
            </a:extLst>
          </p:cNvPr>
          <p:cNvSpPr/>
          <p:nvPr/>
        </p:nvSpPr>
        <p:spPr>
          <a:xfrm>
            <a:off x="2368663" y="217441"/>
            <a:ext cx="232361" cy="232361"/>
          </a:xfrm>
          <a:prstGeom prst="ellipse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500" dirty="0">
                <a:latin typeface="NanumMyeongjo" panose="02000300000000000000" pitchFamily="2" charset="-127"/>
                <a:ea typeface="NanumMyeongjo" panose="02000300000000000000" pitchFamily="2" charset="-127"/>
              </a:rPr>
              <a:t>4</a:t>
            </a:r>
            <a:endParaRPr kumimoji="1" lang="ko-KR" altLang="en-US" sz="1500" dirty="0">
              <a:latin typeface="NanumMyeongjo" panose="02000300000000000000" pitchFamily="2" charset="-127"/>
              <a:ea typeface="NanumMyeongjo" panose="02000300000000000000" pitchFamily="2" charset="-127"/>
            </a:endParaRPr>
          </a:p>
        </p:txBody>
      </p:sp>
      <p:sp>
        <p:nvSpPr>
          <p:cNvPr id="33" name="타원 32">
            <a:extLst>
              <a:ext uri="{FF2B5EF4-FFF2-40B4-BE49-F238E27FC236}">
                <a16:creationId xmlns:a16="http://schemas.microsoft.com/office/drawing/2014/main" id="{F6B03A8F-21F0-1D7B-6AE2-C94BBE533CD8}"/>
              </a:ext>
            </a:extLst>
          </p:cNvPr>
          <p:cNvSpPr/>
          <p:nvPr/>
        </p:nvSpPr>
        <p:spPr>
          <a:xfrm>
            <a:off x="3101689" y="433031"/>
            <a:ext cx="232361" cy="232361"/>
          </a:xfrm>
          <a:prstGeom prst="ellipse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500" dirty="0">
                <a:latin typeface="NanumMyeongjo" panose="02000300000000000000" pitchFamily="2" charset="-127"/>
                <a:ea typeface="NanumMyeongjo" panose="02000300000000000000" pitchFamily="2" charset="-127"/>
              </a:rPr>
              <a:t>5</a:t>
            </a:r>
            <a:endParaRPr kumimoji="1" lang="ko-KR" altLang="en-US" sz="1500" dirty="0">
              <a:latin typeface="NanumMyeongjo" panose="02000300000000000000" pitchFamily="2" charset="-127"/>
              <a:ea typeface="NanumMyeongjo" panose="02000300000000000000" pitchFamily="2" charset="-127"/>
            </a:endParaRPr>
          </a:p>
        </p:txBody>
      </p:sp>
      <p:sp>
        <p:nvSpPr>
          <p:cNvPr id="34" name="타원 33">
            <a:extLst>
              <a:ext uri="{FF2B5EF4-FFF2-40B4-BE49-F238E27FC236}">
                <a16:creationId xmlns:a16="http://schemas.microsoft.com/office/drawing/2014/main" id="{21D2AC09-3648-2434-448F-209865ABDEED}"/>
              </a:ext>
            </a:extLst>
          </p:cNvPr>
          <p:cNvSpPr/>
          <p:nvPr/>
        </p:nvSpPr>
        <p:spPr>
          <a:xfrm>
            <a:off x="2817882" y="168757"/>
            <a:ext cx="232361" cy="232361"/>
          </a:xfrm>
          <a:prstGeom prst="ellipse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500" dirty="0">
                <a:latin typeface="NanumMyeongjo" panose="02000300000000000000" pitchFamily="2" charset="-127"/>
                <a:ea typeface="NanumMyeongjo" panose="02000300000000000000" pitchFamily="2" charset="-127"/>
              </a:rPr>
              <a:t>5</a:t>
            </a:r>
            <a:endParaRPr kumimoji="1" lang="ko-KR" altLang="en-US" sz="1500" dirty="0">
              <a:latin typeface="NanumMyeongjo" panose="02000300000000000000" pitchFamily="2" charset="-127"/>
              <a:ea typeface="NanumMyeongjo" panose="02000300000000000000" pitchFamily="2" charset="-127"/>
            </a:endParaRPr>
          </a:p>
        </p:txBody>
      </p:sp>
      <p:cxnSp>
        <p:nvCxnSpPr>
          <p:cNvPr id="35" name="직선 연결선[R] 34">
            <a:extLst>
              <a:ext uri="{FF2B5EF4-FFF2-40B4-BE49-F238E27FC236}">
                <a16:creationId xmlns:a16="http://schemas.microsoft.com/office/drawing/2014/main" id="{488EB67D-2D6D-01D1-DDEC-5C74579463F0}"/>
              </a:ext>
            </a:extLst>
          </p:cNvPr>
          <p:cNvCxnSpPr>
            <a:cxnSpLocks/>
            <a:endCxn id="30" idx="1"/>
          </p:cNvCxnSpPr>
          <p:nvPr/>
        </p:nvCxnSpPr>
        <p:spPr>
          <a:xfrm>
            <a:off x="2004638" y="512175"/>
            <a:ext cx="228389" cy="113535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36" name="직선 연결선[R] 35">
            <a:extLst>
              <a:ext uri="{FF2B5EF4-FFF2-40B4-BE49-F238E27FC236}">
                <a16:creationId xmlns:a16="http://schemas.microsoft.com/office/drawing/2014/main" id="{B288DB08-DA8C-2A0F-55F9-27CF6F242C4F}"/>
              </a:ext>
            </a:extLst>
          </p:cNvPr>
          <p:cNvCxnSpPr>
            <a:cxnSpLocks/>
            <a:stCxn id="27" idx="7"/>
            <a:endCxn id="30" idx="3"/>
          </p:cNvCxnSpPr>
          <p:nvPr/>
        </p:nvCxnSpPr>
        <p:spPr>
          <a:xfrm flipV="1">
            <a:off x="1946650" y="790015"/>
            <a:ext cx="286377" cy="196076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37" name="직선 연결선[R] 36">
            <a:extLst>
              <a:ext uri="{FF2B5EF4-FFF2-40B4-BE49-F238E27FC236}">
                <a16:creationId xmlns:a16="http://schemas.microsoft.com/office/drawing/2014/main" id="{5796D966-A5AD-F021-D39E-5B5629EBF808}"/>
              </a:ext>
            </a:extLst>
          </p:cNvPr>
          <p:cNvCxnSpPr>
            <a:cxnSpLocks/>
            <a:stCxn id="29" idx="6"/>
            <a:endCxn id="31" idx="3"/>
          </p:cNvCxnSpPr>
          <p:nvPr/>
        </p:nvCxnSpPr>
        <p:spPr>
          <a:xfrm flipV="1">
            <a:off x="2845733" y="1086388"/>
            <a:ext cx="130837" cy="85075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38" name="직선 연결선[R] 37">
            <a:extLst>
              <a:ext uri="{FF2B5EF4-FFF2-40B4-BE49-F238E27FC236}">
                <a16:creationId xmlns:a16="http://schemas.microsoft.com/office/drawing/2014/main" id="{BE33DF7E-D37D-002A-937B-8CE01770BC0A}"/>
              </a:ext>
            </a:extLst>
          </p:cNvPr>
          <p:cNvCxnSpPr>
            <a:cxnSpLocks/>
            <a:stCxn id="33" idx="4"/>
            <a:endCxn id="31" idx="7"/>
          </p:cNvCxnSpPr>
          <p:nvPr/>
        </p:nvCxnSpPr>
        <p:spPr>
          <a:xfrm flipH="1">
            <a:off x="3140875" y="665392"/>
            <a:ext cx="76995" cy="256691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39" name="직선 연결선[R] 38">
            <a:extLst>
              <a:ext uri="{FF2B5EF4-FFF2-40B4-BE49-F238E27FC236}">
                <a16:creationId xmlns:a16="http://schemas.microsoft.com/office/drawing/2014/main" id="{C2924CA8-8C43-3A45-6705-243E1DF917C9}"/>
              </a:ext>
            </a:extLst>
          </p:cNvPr>
          <p:cNvCxnSpPr>
            <a:cxnSpLocks/>
            <a:stCxn id="32" idx="5"/>
            <a:endCxn id="28" idx="1"/>
          </p:cNvCxnSpPr>
          <p:nvPr/>
        </p:nvCxnSpPr>
        <p:spPr>
          <a:xfrm>
            <a:off x="2566996" y="415774"/>
            <a:ext cx="92753" cy="214914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40" name="직선 연결선[R] 39">
            <a:extLst>
              <a:ext uri="{FF2B5EF4-FFF2-40B4-BE49-F238E27FC236}">
                <a16:creationId xmlns:a16="http://schemas.microsoft.com/office/drawing/2014/main" id="{62995581-0157-634D-70A9-CC2EABCFCDB9}"/>
              </a:ext>
            </a:extLst>
          </p:cNvPr>
          <p:cNvCxnSpPr>
            <a:cxnSpLocks/>
            <a:stCxn id="34" idx="5"/>
            <a:endCxn id="33" idx="0"/>
          </p:cNvCxnSpPr>
          <p:nvPr/>
        </p:nvCxnSpPr>
        <p:spPr>
          <a:xfrm>
            <a:off x="3016215" y="367090"/>
            <a:ext cx="201655" cy="65941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41" name="직선 연결선[R] 40">
            <a:extLst>
              <a:ext uri="{FF2B5EF4-FFF2-40B4-BE49-F238E27FC236}">
                <a16:creationId xmlns:a16="http://schemas.microsoft.com/office/drawing/2014/main" id="{0F4FCD94-22AB-C797-CA60-67297A04429F}"/>
              </a:ext>
            </a:extLst>
          </p:cNvPr>
          <p:cNvCxnSpPr>
            <a:cxnSpLocks/>
            <a:stCxn id="26" idx="7"/>
            <a:endCxn id="32" idx="2"/>
          </p:cNvCxnSpPr>
          <p:nvPr/>
        </p:nvCxnSpPr>
        <p:spPr>
          <a:xfrm flipV="1">
            <a:off x="1974847" y="333622"/>
            <a:ext cx="393816" cy="34028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42" name="타원 41">
            <a:extLst>
              <a:ext uri="{FF2B5EF4-FFF2-40B4-BE49-F238E27FC236}">
                <a16:creationId xmlns:a16="http://schemas.microsoft.com/office/drawing/2014/main" id="{AFDE67D9-37CD-947C-BC0B-AEC86E4CFA5B}"/>
              </a:ext>
            </a:extLst>
          </p:cNvPr>
          <p:cNvSpPr/>
          <p:nvPr/>
        </p:nvSpPr>
        <p:spPr>
          <a:xfrm>
            <a:off x="129321" y="92921"/>
            <a:ext cx="232361" cy="232361"/>
          </a:xfrm>
          <a:prstGeom prst="ellipse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500" dirty="0">
              <a:latin typeface="NanumMyeongjo" panose="02000300000000000000" pitchFamily="2" charset="-127"/>
              <a:ea typeface="NanumMyeongjo" panose="02000300000000000000" pitchFamily="2" charset="-127"/>
            </a:endParaRPr>
          </a:p>
        </p:txBody>
      </p:sp>
      <p:sp>
        <p:nvSpPr>
          <p:cNvPr id="43" name="타원 42">
            <a:extLst>
              <a:ext uri="{FF2B5EF4-FFF2-40B4-BE49-F238E27FC236}">
                <a16:creationId xmlns:a16="http://schemas.microsoft.com/office/drawing/2014/main" id="{6A589FBF-EF4B-E737-8E79-4C38675D5E36}"/>
              </a:ext>
            </a:extLst>
          </p:cNvPr>
          <p:cNvSpPr/>
          <p:nvPr/>
        </p:nvSpPr>
        <p:spPr>
          <a:xfrm>
            <a:off x="129321" y="399565"/>
            <a:ext cx="232361" cy="232361"/>
          </a:xfrm>
          <a:prstGeom prst="ellipse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500" dirty="0">
              <a:latin typeface="NanumMyeongjo" panose="02000300000000000000" pitchFamily="2" charset="-127"/>
              <a:ea typeface="NanumMyeongjo" panose="02000300000000000000" pitchFamily="2" charset="-127"/>
            </a:endParaRPr>
          </a:p>
        </p:txBody>
      </p:sp>
      <p:cxnSp>
        <p:nvCxnSpPr>
          <p:cNvPr id="44" name="직선 연결선[R] 43">
            <a:extLst>
              <a:ext uri="{FF2B5EF4-FFF2-40B4-BE49-F238E27FC236}">
                <a16:creationId xmlns:a16="http://schemas.microsoft.com/office/drawing/2014/main" id="{34D2E5CE-2F99-8957-DABA-F8336B0B94B4}"/>
              </a:ext>
            </a:extLst>
          </p:cNvPr>
          <p:cNvCxnSpPr>
            <a:cxnSpLocks/>
          </p:cNvCxnSpPr>
          <p:nvPr/>
        </p:nvCxnSpPr>
        <p:spPr>
          <a:xfrm>
            <a:off x="147794" y="812812"/>
            <a:ext cx="195413" cy="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45" name="직선 연결선[R] 44">
            <a:extLst>
              <a:ext uri="{FF2B5EF4-FFF2-40B4-BE49-F238E27FC236}">
                <a16:creationId xmlns:a16="http://schemas.microsoft.com/office/drawing/2014/main" id="{4DB7AD10-818A-F2EA-DFDB-5D164DB4A572}"/>
              </a:ext>
            </a:extLst>
          </p:cNvPr>
          <p:cNvCxnSpPr>
            <a:cxnSpLocks/>
          </p:cNvCxnSpPr>
          <p:nvPr/>
        </p:nvCxnSpPr>
        <p:spPr>
          <a:xfrm>
            <a:off x="141166" y="1113645"/>
            <a:ext cx="20204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4B4EDFAB-AA1D-F699-96DF-91CEC8A7DA34}"/>
              </a:ext>
            </a:extLst>
          </p:cNvPr>
          <p:cNvSpPr txBox="1"/>
          <p:nvPr/>
        </p:nvSpPr>
        <p:spPr>
          <a:xfrm>
            <a:off x="365558" y="49947"/>
            <a:ext cx="574003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500" dirty="0">
                <a:latin typeface="NanumMyeongjo" panose="02000300000000000000" pitchFamily="2" charset="-127"/>
                <a:ea typeface="NanumMyeongjo" panose="02000300000000000000" pitchFamily="2" charset="-127"/>
              </a:rPr>
              <a:t>User</a:t>
            </a:r>
            <a:endParaRPr kumimoji="1" lang="ko-KR" altLang="en-US" sz="1500" dirty="0">
              <a:latin typeface="NanumMyeongjo" panose="02000300000000000000" pitchFamily="2" charset="-127"/>
              <a:ea typeface="NanumMyeongjo" panose="02000300000000000000" pitchFamily="2" charset="-127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FC687D9-F614-457D-4A6A-752868E6B8E0}"/>
              </a:ext>
            </a:extLst>
          </p:cNvPr>
          <p:cNvSpPr txBox="1"/>
          <p:nvPr/>
        </p:nvSpPr>
        <p:spPr>
          <a:xfrm>
            <a:off x="373367" y="343522"/>
            <a:ext cx="554960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500" dirty="0">
                <a:latin typeface="NanumMyeongjo" panose="02000300000000000000" pitchFamily="2" charset="-127"/>
                <a:ea typeface="NanumMyeongjo" panose="02000300000000000000" pitchFamily="2" charset="-127"/>
              </a:rPr>
              <a:t>Item</a:t>
            </a:r>
            <a:endParaRPr kumimoji="1" lang="ko-KR" altLang="en-US" sz="1500" dirty="0">
              <a:latin typeface="NanumMyeongjo" panose="02000300000000000000" pitchFamily="2" charset="-127"/>
              <a:ea typeface="NanumMyeongjo" panose="02000300000000000000" pitchFamily="2" charset="-127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7CCB12C6-324B-627A-16FB-2D0E4F2AD512}"/>
              </a:ext>
            </a:extLst>
          </p:cNvPr>
          <p:cNvSpPr txBox="1"/>
          <p:nvPr/>
        </p:nvSpPr>
        <p:spPr>
          <a:xfrm>
            <a:off x="365786" y="642257"/>
            <a:ext cx="1276311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500" dirty="0">
                <a:latin typeface="NanumMyeongjo" panose="02000300000000000000" pitchFamily="2" charset="-127"/>
                <a:ea typeface="NanumMyeongjo" panose="02000300000000000000" pitchFamily="2" charset="-127"/>
              </a:rPr>
              <a:t>Good ratings</a:t>
            </a:r>
            <a:endParaRPr kumimoji="1" lang="ko-KR" altLang="en-US" sz="1500" dirty="0">
              <a:latin typeface="NanumMyeongjo" panose="02000300000000000000" pitchFamily="2" charset="-127"/>
              <a:ea typeface="NanumMyeongjo" panose="02000300000000000000" pitchFamily="2" charset="-127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64E04D6-4E84-7AB8-D7DF-77E538669624}"/>
              </a:ext>
            </a:extLst>
          </p:cNvPr>
          <p:cNvSpPr txBox="1"/>
          <p:nvPr/>
        </p:nvSpPr>
        <p:spPr>
          <a:xfrm>
            <a:off x="373367" y="956808"/>
            <a:ext cx="116786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500" dirty="0">
                <a:latin typeface="NanumMyeongjo" panose="02000300000000000000" pitchFamily="2" charset="-127"/>
                <a:ea typeface="NanumMyeongjo" panose="02000300000000000000" pitchFamily="2" charset="-127"/>
              </a:rPr>
              <a:t>Bad ratings</a:t>
            </a:r>
            <a:endParaRPr kumimoji="1" lang="ko-KR" altLang="en-US" sz="1500" dirty="0">
              <a:latin typeface="NanumMyeongjo" panose="02000300000000000000" pitchFamily="2" charset="-127"/>
              <a:ea typeface="NanumMyeongjo" panose="02000300000000000000" pitchFamily="2" charset="-127"/>
            </a:endParaRPr>
          </a:p>
        </p:txBody>
      </p:sp>
      <p:graphicFrame>
        <p:nvGraphicFramePr>
          <p:cNvPr id="50" name="표 49">
            <a:extLst>
              <a:ext uri="{FF2B5EF4-FFF2-40B4-BE49-F238E27FC236}">
                <a16:creationId xmlns:a16="http://schemas.microsoft.com/office/drawing/2014/main" id="{747C7CC8-F43D-9B80-42BE-8A4E47CE93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5735964"/>
              </p:ext>
            </p:extLst>
          </p:nvPr>
        </p:nvGraphicFramePr>
        <p:xfrm>
          <a:off x="1886206" y="4412176"/>
          <a:ext cx="1474764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5794">
                  <a:extLst>
                    <a:ext uri="{9D8B030D-6E8A-4147-A177-3AD203B41FA5}">
                      <a16:colId xmlns:a16="http://schemas.microsoft.com/office/drawing/2014/main" val="3747532808"/>
                    </a:ext>
                  </a:extLst>
                </a:gridCol>
                <a:gridCol w="245794">
                  <a:extLst>
                    <a:ext uri="{9D8B030D-6E8A-4147-A177-3AD203B41FA5}">
                      <a16:colId xmlns:a16="http://schemas.microsoft.com/office/drawing/2014/main" val="1156442082"/>
                    </a:ext>
                  </a:extLst>
                </a:gridCol>
                <a:gridCol w="245794">
                  <a:extLst>
                    <a:ext uri="{9D8B030D-6E8A-4147-A177-3AD203B41FA5}">
                      <a16:colId xmlns:a16="http://schemas.microsoft.com/office/drawing/2014/main" val="1947900718"/>
                    </a:ext>
                  </a:extLst>
                </a:gridCol>
                <a:gridCol w="245794">
                  <a:extLst>
                    <a:ext uri="{9D8B030D-6E8A-4147-A177-3AD203B41FA5}">
                      <a16:colId xmlns:a16="http://schemas.microsoft.com/office/drawing/2014/main" val="3880297891"/>
                    </a:ext>
                  </a:extLst>
                </a:gridCol>
                <a:gridCol w="245794">
                  <a:extLst>
                    <a:ext uri="{9D8B030D-6E8A-4147-A177-3AD203B41FA5}">
                      <a16:colId xmlns:a16="http://schemas.microsoft.com/office/drawing/2014/main" val="1443468278"/>
                    </a:ext>
                  </a:extLst>
                </a:gridCol>
                <a:gridCol w="245794">
                  <a:extLst>
                    <a:ext uri="{9D8B030D-6E8A-4147-A177-3AD203B41FA5}">
                      <a16:colId xmlns:a16="http://schemas.microsoft.com/office/drawing/2014/main" val="2736256820"/>
                    </a:ext>
                  </a:extLst>
                </a:gridCol>
              </a:tblGrid>
              <a:tr h="239803">
                <a:tc>
                  <a:txBody>
                    <a:bodyPr/>
                    <a:lstStyle/>
                    <a:p>
                      <a:pPr algn="ctr" latinLnBrk="1"/>
                      <a:endParaRPr lang="ko-KR" altLang="en-US" sz="10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ko-KR" altLang="en-US" sz="10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6B2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ko-KR" altLang="en-US" sz="10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6B2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ko-KR" altLang="en-US" sz="10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6B2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bg1"/>
                          </a:solidFill>
                        </a:rPr>
                        <a:t>4</a:t>
                      </a:r>
                      <a:endParaRPr lang="ko-KR" altLang="en-US" sz="10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6B2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bg1"/>
                          </a:solidFill>
                        </a:rPr>
                        <a:t>5</a:t>
                      </a:r>
                      <a:endParaRPr lang="ko-KR" altLang="en-US" sz="10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6B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6242327"/>
                  </a:ext>
                </a:extLst>
              </a:tr>
              <a:tr h="23980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ko-KR" altLang="en-US" sz="10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9ED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0400950"/>
                  </a:ext>
                </a:extLst>
              </a:tr>
              <a:tr h="23980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ko-KR" altLang="en-US" sz="10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9ED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66344016"/>
                  </a:ext>
                </a:extLst>
              </a:tr>
              <a:tr h="23980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ko-KR" altLang="en-US" sz="10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9ED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4114838"/>
                  </a:ext>
                </a:extLst>
              </a:tr>
              <a:tr h="23980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bg1"/>
                          </a:solidFill>
                        </a:rPr>
                        <a:t>4</a:t>
                      </a:r>
                      <a:endParaRPr lang="ko-KR" altLang="en-US" sz="10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9ED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3357159"/>
                  </a:ext>
                </a:extLst>
              </a:tr>
              <a:tr h="23980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bg1"/>
                          </a:solidFill>
                        </a:rPr>
                        <a:t>5</a:t>
                      </a:r>
                      <a:endParaRPr lang="ko-KR" altLang="en-US" sz="10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9ED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0638118"/>
                  </a:ext>
                </a:extLst>
              </a:tr>
            </a:tbl>
          </a:graphicData>
        </a:graphic>
      </p:graphicFrame>
      <p:cxnSp>
        <p:nvCxnSpPr>
          <p:cNvPr id="51" name="직선 연결선[R] 50">
            <a:extLst>
              <a:ext uri="{FF2B5EF4-FFF2-40B4-BE49-F238E27FC236}">
                <a16:creationId xmlns:a16="http://schemas.microsoft.com/office/drawing/2014/main" id="{6F4C103B-3E66-C819-2889-476C622CB1E5}"/>
              </a:ext>
            </a:extLst>
          </p:cNvPr>
          <p:cNvCxnSpPr>
            <a:cxnSpLocks/>
          </p:cNvCxnSpPr>
          <p:nvPr/>
        </p:nvCxnSpPr>
        <p:spPr>
          <a:xfrm flipH="1">
            <a:off x="3637786" y="66155"/>
            <a:ext cx="36803" cy="6660000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098EEF6D-C13D-D97C-17B1-C9F585DC0F2F}"/>
              </a:ext>
            </a:extLst>
          </p:cNvPr>
          <p:cNvSpPr txBox="1"/>
          <p:nvPr/>
        </p:nvSpPr>
        <p:spPr>
          <a:xfrm>
            <a:off x="3638738" y="767397"/>
            <a:ext cx="9163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i="1" dirty="0">
                <a:latin typeface="NanumMyeongjo" panose="02000300000000000000" pitchFamily="2" charset="-127"/>
                <a:ea typeface="NanumMyeongjo" panose="02000300000000000000" pitchFamily="2" charset="-127"/>
              </a:rPr>
              <a:t>Cluster</a:t>
            </a:r>
            <a:endParaRPr kumimoji="1" lang="ko-KR" altLang="en-US" i="1" dirty="0">
              <a:latin typeface="NanumMyeongjo" panose="02000300000000000000" pitchFamily="2" charset="-127"/>
              <a:ea typeface="NanumMyeongjo" panose="02000300000000000000" pitchFamily="2" charset="-127"/>
            </a:endParaRP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AB10C051-856E-87CF-EB57-F00CE8ECB5DC}"/>
              </a:ext>
            </a:extLst>
          </p:cNvPr>
          <p:cNvSpPr/>
          <p:nvPr/>
        </p:nvSpPr>
        <p:spPr>
          <a:xfrm>
            <a:off x="4699069" y="86138"/>
            <a:ext cx="1292852" cy="57232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>
              <a:latin typeface="NanumMyeongjo" panose="02000300000000000000" pitchFamily="2" charset="-127"/>
              <a:ea typeface="NanumMyeongjo" panose="02000300000000000000" pitchFamily="2" charset="-127"/>
            </a:endParaRP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1C2B1973-17DA-D521-1F29-C77F8ACC5ADD}"/>
              </a:ext>
            </a:extLst>
          </p:cNvPr>
          <p:cNvSpPr/>
          <p:nvPr/>
        </p:nvSpPr>
        <p:spPr>
          <a:xfrm>
            <a:off x="4704925" y="727705"/>
            <a:ext cx="1286996" cy="57232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>
              <a:latin typeface="NanumMyeongjo" panose="02000300000000000000" pitchFamily="2" charset="-127"/>
              <a:ea typeface="NanumMyeongjo" panose="02000300000000000000" pitchFamily="2" charset="-127"/>
            </a:endParaRPr>
          </a:p>
        </p:txBody>
      </p:sp>
      <p:sp>
        <p:nvSpPr>
          <p:cNvPr id="55" name="오른쪽 화살표[R] 54">
            <a:extLst>
              <a:ext uri="{FF2B5EF4-FFF2-40B4-BE49-F238E27FC236}">
                <a16:creationId xmlns:a16="http://schemas.microsoft.com/office/drawing/2014/main" id="{3F85A5A8-992A-1E3A-1111-4C98B1388240}"/>
              </a:ext>
            </a:extLst>
          </p:cNvPr>
          <p:cNvSpPr/>
          <p:nvPr/>
        </p:nvSpPr>
        <p:spPr>
          <a:xfrm>
            <a:off x="6072410" y="234613"/>
            <a:ext cx="902507" cy="305452"/>
          </a:xfrm>
          <a:prstGeom prst="rightArrow">
            <a:avLst/>
          </a:prstGeom>
          <a:ln>
            <a:solidFill>
              <a:schemeClr val="tx1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>
              <a:latin typeface="NanumMyeongjo" panose="02000300000000000000" pitchFamily="2" charset="-127"/>
              <a:ea typeface="NanumMyeongjo" panose="02000300000000000000" pitchFamily="2" charset="-127"/>
            </a:endParaRPr>
          </a:p>
        </p:txBody>
      </p:sp>
      <p:sp>
        <p:nvSpPr>
          <p:cNvPr id="56" name="오른쪽 화살표[R] 55">
            <a:extLst>
              <a:ext uri="{FF2B5EF4-FFF2-40B4-BE49-F238E27FC236}">
                <a16:creationId xmlns:a16="http://schemas.microsoft.com/office/drawing/2014/main" id="{A15E0F01-3221-4309-42EF-6254379A9BC8}"/>
              </a:ext>
            </a:extLst>
          </p:cNvPr>
          <p:cNvSpPr/>
          <p:nvPr/>
        </p:nvSpPr>
        <p:spPr>
          <a:xfrm>
            <a:off x="8061748" y="197568"/>
            <a:ext cx="1399905" cy="305452"/>
          </a:xfrm>
          <a:prstGeom prst="rightArrow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>
              <a:latin typeface="NanumMyeongjo" panose="02000300000000000000" pitchFamily="2" charset="-127"/>
              <a:ea typeface="NanumMyeongjo" panose="02000300000000000000" pitchFamily="2" charset="-127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DDF7CA17-98C5-8A05-941B-474130F87706}"/>
              </a:ext>
            </a:extLst>
          </p:cNvPr>
          <p:cNvSpPr txBox="1"/>
          <p:nvPr/>
        </p:nvSpPr>
        <p:spPr>
          <a:xfrm>
            <a:off x="5985086" y="1072789"/>
            <a:ext cx="7056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i="1" dirty="0">
                <a:latin typeface="NanumMyeongjo" panose="02000300000000000000" pitchFamily="2" charset="-127"/>
                <a:ea typeface="NanumMyeongjo" panose="02000300000000000000" pitchFamily="2" charset="-127"/>
              </a:rPr>
              <a:t>Filter</a:t>
            </a:r>
            <a:endParaRPr kumimoji="1" lang="ko-KR" altLang="en-US" i="1" dirty="0">
              <a:latin typeface="NanumMyeongjo" panose="02000300000000000000" pitchFamily="2" charset="-127"/>
              <a:ea typeface="NanumMyeongjo" panose="02000300000000000000" pitchFamily="2" charset="-127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4EB7443E-7FD5-FFA3-FE81-F1C08987AEDB}"/>
              </a:ext>
            </a:extLst>
          </p:cNvPr>
          <p:cNvSpPr txBox="1"/>
          <p:nvPr/>
        </p:nvSpPr>
        <p:spPr>
          <a:xfrm>
            <a:off x="3682372" y="1845027"/>
            <a:ext cx="7056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i="1" dirty="0">
                <a:latin typeface="NanumMyeongjo" panose="02000300000000000000" pitchFamily="2" charset="-127"/>
                <a:ea typeface="NanumMyeongjo" panose="02000300000000000000" pitchFamily="2" charset="-127"/>
              </a:rPr>
              <a:t>Filter</a:t>
            </a:r>
            <a:endParaRPr kumimoji="1" lang="ko-KR" altLang="en-US" i="1" dirty="0">
              <a:latin typeface="NanumMyeongjo" panose="02000300000000000000" pitchFamily="2" charset="-127"/>
              <a:ea typeface="NanumMyeongjo" panose="02000300000000000000" pitchFamily="2" charset="-127"/>
            </a:endParaRPr>
          </a:p>
        </p:txBody>
      </p:sp>
      <p:sp>
        <p:nvSpPr>
          <p:cNvPr id="59" name="오른쪽 화살표[R] 58">
            <a:extLst>
              <a:ext uri="{FF2B5EF4-FFF2-40B4-BE49-F238E27FC236}">
                <a16:creationId xmlns:a16="http://schemas.microsoft.com/office/drawing/2014/main" id="{281C7053-3A6C-A337-AF2A-FF97690EBD6E}"/>
              </a:ext>
            </a:extLst>
          </p:cNvPr>
          <p:cNvSpPr/>
          <p:nvPr/>
        </p:nvSpPr>
        <p:spPr>
          <a:xfrm>
            <a:off x="3481234" y="2334466"/>
            <a:ext cx="1743494" cy="305452"/>
          </a:xfrm>
          <a:prstGeom prst="rightArrow">
            <a:avLst/>
          </a:prstGeom>
          <a:ln>
            <a:solidFill>
              <a:schemeClr val="tx1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>
              <a:latin typeface="NanumMyeongjo" panose="02000300000000000000" pitchFamily="2" charset="-127"/>
              <a:ea typeface="NanumMyeongjo" panose="02000300000000000000" pitchFamily="2" charset="-127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5F0AB91C-51BA-95AF-2308-C83BC394B3A9}"/>
              </a:ext>
            </a:extLst>
          </p:cNvPr>
          <p:cNvSpPr txBox="1"/>
          <p:nvPr/>
        </p:nvSpPr>
        <p:spPr>
          <a:xfrm>
            <a:off x="3682372" y="2537108"/>
            <a:ext cx="7056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i="1" dirty="0">
                <a:latin typeface="NanumMyeongjo" panose="02000300000000000000" pitchFamily="2" charset="-127"/>
                <a:ea typeface="NanumMyeongjo" panose="02000300000000000000" pitchFamily="2" charset="-127"/>
              </a:rPr>
              <a:t>Filter</a:t>
            </a:r>
            <a:endParaRPr kumimoji="1" lang="ko-KR" altLang="en-US" i="1" dirty="0">
              <a:latin typeface="NanumMyeongjo" panose="02000300000000000000" pitchFamily="2" charset="-127"/>
              <a:ea typeface="NanumMyeongjo" panose="02000300000000000000" pitchFamily="2" charset="-127"/>
            </a:endParaRPr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9E4BCF64-2139-6168-B6FB-130C6588E49D}"/>
              </a:ext>
            </a:extLst>
          </p:cNvPr>
          <p:cNvSpPr/>
          <p:nvPr/>
        </p:nvSpPr>
        <p:spPr>
          <a:xfrm>
            <a:off x="5281451" y="1492021"/>
            <a:ext cx="1505660" cy="57232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100" b="1" dirty="0">
                <a:solidFill>
                  <a:schemeClr val="tx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Ideal Low-pass Filter</a:t>
            </a:r>
            <a:endParaRPr kumimoji="1" lang="ko-KR" altLang="en-US" sz="1100" b="1" dirty="0">
              <a:solidFill>
                <a:schemeClr val="tx1"/>
              </a:solidFill>
              <a:latin typeface="NanumMyeongjo" panose="02000300000000000000" pitchFamily="2" charset="-127"/>
              <a:ea typeface="NanumMyeongjo" panose="02000300000000000000" pitchFamily="2" charset="-127"/>
            </a:endParaRPr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2CFD9132-FD90-9D3E-6F6D-69EC16451C50}"/>
              </a:ext>
            </a:extLst>
          </p:cNvPr>
          <p:cNvSpPr/>
          <p:nvPr/>
        </p:nvSpPr>
        <p:spPr>
          <a:xfrm>
            <a:off x="5281451" y="2226439"/>
            <a:ext cx="1505660" cy="57232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200" b="1" dirty="0">
                <a:solidFill>
                  <a:schemeClr val="tx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High-order </a:t>
            </a:r>
          </a:p>
          <a:p>
            <a:pPr algn="ctr"/>
            <a:r>
              <a:rPr kumimoji="1" lang="en-US" altLang="ko-KR" sz="1200" b="1" dirty="0">
                <a:solidFill>
                  <a:schemeClr val="tx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Low-pass Filter</a:t>
            </a:r>
            <a:endParaRPr kumimoji="1" lang="ko-KR" altLang="en-US" sz="1200" b="1" dirty="0">
              <a:solidFill>
                <a:schemeClr val="tx1"/>
              </a:solidFill>
              <a:latin typeface="NanumMyeongjo" panose="02000300000000000000" pitchFamily="2" charset="-127"/>
              <a:ea typeface="NanumMyeongjo" panose="02000300000000000000" pitchFamily="2" charset="-127"/>
            </a:endParaRPr>
          </a:p>
        </p:txBody>
      </p:sp>
      <p:sp>
        <p:nvSpPr>
          <p:cNvPr id="63" name="오른쪽 화살표[R] 62">
            <a:extLst>
              <a:ext uri="{FF2B5EF4-FFF2-40B4-BE49-F238E27FC236}">
                <a16:creationId xmlns:a16="http://schemas.microsoft.com/office/drawing/2014/main" id="{ED4A6B70-5F7F-7753-C135-A7D1EEEB0652}"/>
              </a:ext>
            </a:extLst>
          </p:cNvPr>
          <p:cNvSpPr/>
          <p:nvPr/>
        </p:nvSpPr>
        <p:spPr>
          <a:xfrm>
            <a:off x="6821179" y="1626615"/>
            <a:ext cx="2642058" cy="305452"/>
          </a:xfrm>
          <a:prstGeom prst="rightArrow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>
              <a:latin typeface="NanumMyeongjo" panose="02000300000000000000" pitchFamily="2" charset="-127"/>
              <a:ea typeface="NanumMyeongjo" panose="02000300000000000000" pitchFamily="2" charset="-127"/>
            </a:endParaRPr>
          </a:p>
        </p:txBody>
      </p:sp>
      <p:sp>
        <p:nvSpPr>
          <p:cNvPr id="64" name="오른쪽 화살표[R] 63">
            <a:extLst>
              <a:ext uri="{FF2B5EF4-FFF2-40B4-BE49-F238E27FC236}">
                <a16:creationId xmlns:a16="http://schemas.microsoft.com/office/drawing/2014/main" id="{A70C480D-D971-3EC3-321C-32CC4D2EF294}"/>
              </a:ext>
            </a:extLst>
          </p:cNvPr>
          <p:cNvSpPr/>
          <p:nvPr/>
        </p:nvSpPr>
        <p:spPr>
          <a:xfrm>
            <a:off x="6831589" y="2334466"/>
            <a:ext cx="2630064" cy="305452"/>
          </a:xfrm>
          <a:prstGeom prst="rightArrow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>
              <a:latin typeface="NanumMyeongjo" panose="02000300000000000000" pitchFamily="2" charset="-127"/>
              <a:ea typeface="NanumMyeongjo" panose="02000300000000000000" pitchFamily="2" charset="-127"/>
            </a:endParaRPr>
          </a:p>
        </p:txBody>
      </p: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31706383-20D8-B7B8-11AD-868DDF8FEE0D}"/>
              </a:ext>
            </a:extLst>
          </p:cNvPr>
          <p:cNvSpPr/>
          <p:nvPr/>
        </p:nvSpPr>
        <p:spPr>
          <a:xfrm>
            <a:off x="9529930" y="92921"/>
            <a:ext cx="1099981" cy="127234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dirty="0">
                <a:solidFill>
                  <a:schemeClr val="tx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Ratings</a:t>
            </a:r>
            <a:endParaRPr kumimoji="1" lang="ko-KR" altLang="en-US" dirty="0">
              <a:solidFill>
                <a:schemeClr val="tx1"/>
              </a:solidFill>
              <a:latin typeface="NanumMyeongjo" panose="02000300000000000000" pitchFamily="2" charset="-127"/>
              <a:ea typeface="NanumMyeongjo" panose="02000300000000000000" pitchFamily="2" charset="-127"/>
            </a:endParaRPr>
          </a:p>
        </p:txBody>
      </p:sp>
      <p:sp>
        <p:nvSpPr>
          <p:cNvPr id="66" name="직사각형 65">
            <a:extLst>
              <a:ext uri="{FF2B5EF4-FFF2-40B4-BE49-F238E27FC236}">
                <a16:creationId xmlns:a16="http://schemas.microsoft.com/office/drawing/2014/main" id="{B2DBEC2E-BE38-3459-25C3-A58BB78EDBEA}"/>
              </a:ext>
            </a:extLst>
          </p:cNvPr>
          <p:cNvSpPr/>
          <p:nvPr/>
        </p:nvSpPr>
        <p:spPr>
          <a:xfrm>
            <a:off x="9549328" y="1537491"/>
            <a:ext cx="1099981" cy="127234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dirty="0">
                <a:solidFill>
                  <a:schemeClr val="tx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Ratings</a:t>
            </a:r>
            <a:endParaRPr kumimoji="1" lang="ko-KR" altLang="en-US" dirty="0">
              <a:solidFill>
                <a:schemeClr val="tx1"/>
              </a:solidFill>
              <a:latin typeface="NanumMyeongjo" panose="02000300000000000000" pitchFamily="2" charset="-127"/>
              <a:ea typeface="NanumMyeongjo" panose="02000300000000000000" pitchFamily="2" charset="-127"/>
            </a:endParaRPr>
          </a:p>
        </p:txBody>
      </p:sp>
      <p:sp>
        <p:nvSpPr>
          <p:cNvPr id="67" name="오른쪽 화살표[R] 66">
            <a:extLst>
              <a:ext uri="{FF2B5EF4-FFF2-40B4-BE49-F238E27FC236}">
                <a16:creationId xmlns:a16="http://schemas.microsoft.com/office/drawing/2014/main" id="{68DB4C97-4DAD-8885-9E00-A9D33220C571}"/>
              </a:ext>
            </a:extLst>
          </p:cNvPr>
          <p:cNvSpPr/>
          <p:nvPr/>
        </p:nvSpPr>
        <p:spPr>
          <a:xfrm rot="5400000">
            <a:off x="8057714" y="2758048"/>
            <a:ext cx="5689236" cy="305452"/>
          </a:xfrm>
          <a:prstGeom prst="rightArrow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>
              <a:latin typeface="NanumMyeongjo" panose="02000300000000000000" pitchFamily="2" charset="-127"/>
              <a:ea typeface="NanumMyeongjo" panose="02000300000000000000" pitchFamily="2" charset="-127"/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11CBBA77-07EE-ABBC-D192-0A21D7E9C054}"/>
              </a:ext>
            </a:extLst>
          </p:cNvPr>
          <p:cNvSpPr txBox="1"/>
          <p:nvPr/>
        </p:nvSpPr>
        <p:spPr>
          <a:xfrm>
            <a:off x="10983800" y="49947"/>
            <a:ext cx="10999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i="1" dirty="0">
                <a:latin typeface="NanumMyeongjo" panose="02000300000000000000" pitchFamily="2" charset="-127"/>
                <a:ea typeface="NanumMyeongjo" panose="02000300000000000000" pitchFamily="2" charset="-127"/>
              </a:rPr>
              <a:t>Combine</a:t>
            </a:r>
            <a:endParaRPr kumimoji="1" lang="ko-KR" altLang="en-US" i="1" dirty="0">
              <a:latin typeface="NanumMyeongjo" panose="02000300000000000000" pitchFamily="2" charset="-127"/>
              <a:ea typeface="NanumMyeongjo" panose="02000300000000000000" pitchFamily="2" charset="-127"/>
            </a:endParaRPr>
          </a:p>
        </p:txBody>
      </p:sp>
      <p:sp>
        <p:nvSpPr>
          <p:cNvPr id="69" name="오른쪽 화살표[R] 68">
            <a:extLst>
              <a:ext uri="{FF2B5EF4-FFF2-40B4-BE49-F238E27FC236}">
                <a16:creationId xmlns:a16="http://schemas.microsoft.com/office/drawing/2014/main" id="{22260101-2A94-2408-C543-6FB468CFB3F3}"/>
              </a:ext>
            </a:extLst>
          </p:cNvPr>
          <p:cNvSpPr/>
          <p:nvPr/>
        </p:nvSpPr>
        <p:spPr>
          <a:xfrm>
            <a:off x="3481234" y="1628478"/>
            <a:ext cx="1743494" cy="305452"/>
          </a:xfrm>
          <a:prstGeom prst="rightArrow">
            <a:avLst/>
          </a:prstGeom>
          <a:ln>
            <a:solidFill>
              <a:schemeClr val="tx1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>
              <a:latin typeface="NanumMyeongjo" panose="02000300000000000000" pitchFamily="2" charset="-127"/>
              <a:ea typeface="NanumMyeongjo" panose="02000300000000000000" pitchFamily="2" charset="-127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013F60EF-8082-978B-BBDD-385EFA6533FA}"/>
              </a:ext>
            </a:extLst>
          </p:cNvPr>
          <p:cNvSpPr txBox="1"/>
          <p:nvPr/>
        </p:nvSpPr>
        <p:spPr>
          <a:xfrm>
            <a:off x="8146621" y="498230"/>
            <a:ext cx="10999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i="1" dirty="0">
                <a:latin typeface="NanumMyeongjo" panose="02000300000000000000" pitchFamily="2" charset="-127"/>
                <a:ea typeface="NanumMyeongjo" panose="02000300000000000000" pitchFamily="2" charset="-127"/>
              </a:rPr>
              <a:t>Combine</a:t>
            </a:r>
            <a:endParaRPr kumimoji="1" lang="ko-KR" altLang="en-US" i="1" dirty="0">
              <a:latin typeface="NanumMyeongjo" panose="02000300000000000000" pitchFamily="2" charset="-127"/>
              <a:ea typeface="NanumMyeongjo" panose="02000300000000000000" pitchFamily="2" charset="-127"/>
            </a:endParaRPr>
          </a:p>
        </p:txBody>
      </p:sp>
      <p:sp>
        <p:nvSpPr>
          <p:cNvPr id="71" name="타원 70">
            <a:extLst>
              <a:ext uri="{FF2B5EF4-FFF2-40B4-BE49-F238E27FC236}">
                <a16:creationId xmlns:a16="http://schemas.microsoft.com/office/drawing/2014/main" id="{55C973F3-2323-8885-7361-1793E5C327D3}"/>
              </a:ext>
            </a:extLst>
          </p:cNvPr>
          <p:cNvSpPr/>
          <p:nvPr/>
        </p:nvSpPr>
        <p:spPr>
          <a:xfrm>
            <a:off x="4959120" y="329777"/>
            <a:ext cx="232361" cy="232361"/>
          </a:xfrm>
          <a:prstGeom prst="ellipse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500" dirty="0">
                <a:latin typeface="NanumMyeongjo" panose="02000300000000000000" pitchFamily="2" charset="-127"/>
                <a:ea typeface="NanumMyeongjo" panose="02000300000000000000" pitchFamily="2" charset="-127"/>
              </a:rPr>
              <a:t>1</a:t>
            </a:r>
            <a:endParaRPr kumimoji="1" lang="ko-KR" altLang="en-US" sz="1500" dirty="0">
              <a:latin typeface="NanumMyeongjo" panose="02000300000000000000" pitchFamily="2" charset="-127"/>
              <a:ea typeface="NanumMyeongjo" panose="02000300000000000000" pitchFamily="2" charset="-127"/>
            </a:endParaRPr>
          </a:p>
        </p:txBody>
      </p:sp>
      <p:sp>
        <p:nvSpPr>
          <p:cNvPr id="72" name="타원 71">
            <a:extLst>
              <a:ext uri="{FF2B5EF4-FFF2-40B4-BE49-F238E27FC236}">
                <a16:creationId xmlns:a16="http://schemas.microsoft.com/office/drawing/2014/main" id="{FD02880E-716C-53E8-A1DC-A1F11C896F24}"/>
              </a:ext>
            </a:extLst>
          </p:cNvPr>
          <p:cNvSpPr/>
          <p:nvPr/>
        </p:nvSpPr>
        <p:spPr>
          <a:xfrm>
            <a:off x="5526916" y="160594"/>
            <a:ext cx="232361" cy="232361"/>
          </a:xfrm>
          <a:prstGeom prst="ellipse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500" dirty="0">
                <a:latin typeface="NanumMyeongjo" panose="02000300000000000000" pitchFamily="2" charset="-127"/>
                <a:ea typeface="NanumMyeongjo" panose="02000300000000000000" pitchFamily="2" charset="-127"/>
              </a:rPr>
              <a:t>4</a:t>
            </a:r>
            <a:endParaRPr kumimoji="1" lang="ko-KR" altLang="en-US" sz="1500" dirty="0">
              <a:latin typeface="NanumMyeongjo" panose="02000300000000000000" pitchFamily="2" charset="-127"/>
              <a:ea typeface="NanumMyeongjo" panose="02000300000000000000" pitchFamily="2" charset="-127"/>
            </a:endParaRPr>
          </a:p>
        </p:txBody>
      </p:sp>
      <p:sp>
        <p:nvSpPr>
          <p:cNvPr id="73" name="타원 72">
            <a:extLst>
              <a:ext uri="{FF2B5EF4-FFF2-40B4-BE49-F238E27FC236}">
                <a16:creationId xmlns:a16="http://schemas.microsoft.com/office/drawing/2014/main" id="{0037741D-B818-53A3-BFF1-9A3955995EEB}"/>
              </a:ext>
            </a:extLst>
          </p:cNvPr>
          <p:cNvSpPr/>
          <p:nvPr/>
        </p:nvSpPr>
        <p:spPr>
          <a:xfrm>
            <a:off x="4995033" y="993216"/>
            <a:ext cx="232361" cy="232361"/>
          </a:xfrm>
          <a:prstGeom prst="ellipse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500" dirty="0">
                <a:latin typeface="NanumMyeongjo" panose="02000300000000000000" pitchFamily="2" charset="-127"/>
                <a:ea typeface="NanumMyeongjo" panose="02000300000000000000" pitchFamily="2" charset="-127"/>
              </a:rPr>
              <a:t>3</a:t>
            </a:r>
            <a:endParaRPr kumimoji="1" lang="ko-KR" altLang="en-US" sz="1500" dirty="0">
              <a:latin typeface="NanumMyeongjo" panose="02000300000000000000" pitchFamily="2" charset="-127"/>
              <a:ea typeface="NanumMyeongjo" panose="02000300000000000000" pitchFamily="2" charset="-127"/>
            </a:endParaRPr>
          </a:p>
        </p:txBody>
      </p:sp>
      <p:sp>
        <p:nvSpPr>
          <p:cNvPr id="74" name="타원 73">
            <a:extLst>
              <a:ext uri="{FF2B5EF4-FFF2-40B4-BE49-F238E27FC236}">
                <a16:creationId xmlns:a16="http://schemas.microsoft.com/office/drawing/2014/main" id="{41B6F718-6DA7-64A9-E3AC-546CCEA14F5A}"/>
              </a:ext>
            </a:extLst>
          </p:cNvPr>
          <p:cNvSpPr/>
          <p:nvPr/>
        </p:nvSpPr>
        <p:spPr>
          <a:xfrm>
            <a:off x="5527085" y="806830"/>
            <a:ext cx="232361" cy="232361"/>
          </a:xfrm>
          <a:prstGeom prst="ellipse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500" dirty="0">
                <a:latin typeface="NanumMyeongjo" panose="02000300000000000000" pitchFamily="2" charset="-127"/>
                <a:ea typeface="NanumMyeongjo" panose="02000300000000000000" pitchFamily="2" charset="-127"/>
              </a:rPr>
              <a:t>5</a:t>
            </a:r>
            <a:endParaRPr kumimoji="1" lang="ko-KR" altLang="en-US" sz="1500" dirty="0">
              <a:latin typeface="NanumMyeongjo" panose="02000300000000000000" pitchFamily="2" charset="-127"/>
              <a:ea typeface="NanumMyeongjo" panose="02000300000000000000" pitchFamily="2" charset="-127"/>
            </a:endParaRPr>
          </a:p>
        </p:txBody>
      </p:sp>
      <p:sp>
        <p:nvSpPr>
          <p:cNvPr id="75" name="직사각형 74">
            <a:extLst>
              <a:ext uri="{FF2B5EF4-FFF2-40B4-BE49-F238E27FC236}">
                <a16:creationId xmlns:a16="http://schemas.microsoft.com/office/drawing/2014/main" id="{F1FDAD1E-A471-BFE8-1E94-A3A44E8D34F7}"/>
              </a:ext>
            </a:extLst>
          </p:cNvPr>
          <p:cNvSpPr/>
          <p:nvPr/>
        </p:nvSpPr>
        <p:spPr>
          <a:xfrm>
            <a:off x="7049277" y="73567"/>
            <a:ext cx="938112" cy="57232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100" b="1" dirty="0">
                <a:solidFill>
                  <a:schemeClr val="tx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High-order </a:t>
            </a:r>
          </a:p>
          <a:p>
            <a:pPr algn="ctr"/>
            <a:r>
              <a:rPr kumimoji="1" lang="en-US" altLang="ko-KR" sz="1100" b="1" dirty="0">
                <a:solidFill>
                  <a:schemeClr val="tx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Low-pass Filter</a:t>
            </a:r>
            <a:endParaRPr kumimoji="1" lang="ko-KR" altLang="en-US" sz="1100" b="1" dirty="0">
              <a:solidFill>
                <a:schemeClr val="tx1"/>
              </a:solidFill>
              <a:latin typeface="NanumMyeongjo" panose="02000300000000000000" pitchFamily="2" charset="-127"/>
              <a:ea typeface="NanumMyeongjo" panose="02000300000000000000" pitchFamily="2" charset="-127"/>
            </a:endParaRPr>
          </a:p>
        </p:txBody>
      </p: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CC0FCB8A-3476-39FC-712E-E19540A2BF61}"/>
              </a:ext>
            </a:extLst>
          </p:cNvPr>
          <p:cNvSpPr/>
          <p:nvPr/>
        </p:nvSpPr>
        <p:spPr>
          <a:xfrm>
            <a:off x="7049278" y="748210"/>
            <a:ext cx="938111" cy="57232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100" b="1" dirty="0">
                <a:solidFill>
                  <a:schemeClr val="tx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High-order </a:t>
            </a:r>
          </a:p>
          <a:p>
            <a:pPr algn="ctr"/>
            <a:r>
              <a:rPr kumimoji="1" lang="en-US" altLang="ko-KR" sz="1100" b="1" dirty="0">
                <a:solidFill>
                  <a:schemeClr val="tx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Low-pass Filter</a:t>
            </a:r>
            <a:endParaRPr kumimoji="1" lang="ko-KR" altLang="en-US" sz="1100" b="1" dirty="0">
              <a:solidFill>
                <a:schemeClr val="tx1"/>
              </a:solidFill>
              <a:latin typeface="NanumMyeongjo" panose="02000300000000000000" pitchFamily="2" charset="-127"/>
              <a:ea typeface="NanumMyeongjo" panose="02000300000000000000" pitchFamily="2" charset="-127"/>
            </a:endParaRPr>
          </a:p>
        </p:txBody>
      </p:sp>
      <p:sp>
        <p:nvSpPr>
          <p:cNvPr id="77" name="오른쪽 화살표[R] 76">
            <a:extLst>
              <a:ext uri="{FF2B5EF4-FFF2-40B4-BE49-F238E27FC236}">
                <a16:creationId xmlns:a16="http://schemas.microsoft.com/office/drawing/2014/main" id="{2AF097BC-32F9-7C9D-BA1E-F0098CD21A26}"/>
              </a:ext>
            </a:extLst>
          </p:cNvPr>
          <p:cNvSpPr/>
          <p:nvPr/>
        </p:nvSpPr>
        <p:spPr>
          <a:xfrm>
            <a:off x="8061748" y="906035"/>
            <a:ext cx="1399905" cy="305452"/>
          </a:xfrm>
          <a:prstGeom prst="rightArrow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>
              <a:latin typeface="NanumMyeongjo" panose="02000300000000000000" pitchFamily="2" charset="-127"/>
              <a:ea typeface="NanumMyeongjo" panose="02000300000000000000" pitchFamily="2" charset="-127"/>
            </a:endParaRPr>
          </a:p>
        </p:txBody>
      </p:sp>
      <p:sp>
        <p:nvSpPr>
          <p:cNvPr id="78" name="오른쪽 화살표[R] 77">
            <a:extLst>
              <a:ext uri="{FF2B5EF4-FFF2-40B4-BE49-F238E27FC236}">
                <a16:creationId xmlns:a16="http://schemas.microsoft.com/office/drawing/2014/main" id="{9A2BA56C-0C5D-61A1-F774-E894D66A3083}"/>
              </a:ext>
            </a:extLst>
          </p:cNvPr>
          <p:cNvSpPr/>
          <p:nvPr/>
        </p:nvSpPr>
        <p:spPr>
          <a:xfrm>
            <a:off x="6072410" y="870165"/>
            <a:ext cx="902507" cy="305452"/>
          </a:xfrm>
          <a:prstGeom prst="rightArrow">
            <a:avLst/>
          </a:prstGeom>
          <a:ln>
            <a:solidFill>
              <a:schemeClr val="tx1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>
              <a:latin typeface="NanumMyeongjo" panose="02000300000000000000" pitchFamily="2" charset="-127"/>
              <a:ea typeface="NanumMyeongjo" panose="02000300000000000000" pitchFamily="2" charset="-127"/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81006D60-A933-1390-8C52-B823D559B423}"/>
              </a:ext>
            </a:extLst>
          </p:cNvPr>
          <p:cNvSpPr txBox="1"/>
          <p:nvPr/>
        </p:nvSpPr>
        <p:spPr>
          <a:xfrm>
            <a:off x="6001531" y="433031"/>
            <a:ext cx="7056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i="1" dirty="0">
                <a:latin typeface="NanumMyeongjo" panose="02000300000000000000" pitchFamily="2" charset="-127"/>
                <a:ea typeface="NanumMyeongjo" panose="02000300000000000000" pitchFamily="2" charset="-127"/>
              </a:rPr>
              <a:t>Filter</a:t>
            </a:r>
            <a:endParaRPr kumimoji="1" lang="ko-KR" altLang="en-US" i="1" dirty="0">
              <a:latin typeface="NanumMyeongjo" panose="02000300000000000000" pitchFamily="2" charset="-127"/>
              <a:ea typeface="NanumMyeongjo" panose="02000300000000000000" pitchFamily="2" charset="-127"/>
            </a:endParaRPr>
          </a:p>
        </p:txBody>
      </p:sp>
      <p:sp>
        <p:nvSpPr>
          <p:cNvPr id="80" name="오른쪽 화살표[R] 79">
            <a:extLst>
              <a:ext uri="{FF2B5EF4-FFF2-40B4-BE49-F238E27FC236}">
                <a16:creationId xmlns:a16="http://schemas.microsoft.com/office/drawing/2014/main" id="{1B72CCE7-88BB-363E-CECA-9FB45073A76E}"/>
              </a:ext>
            </a:extLst>
          </p:cNvPr>
          <p:cNvSpPr/>
          <p:nvPr/>
        </p:nvSpPr>
        <p:spPr>
          <a:xfrm>
            <a:off x="3481234" y="549211"/>
            <a:ext cx="1115567" cy="305452"/>
          </a:xfrm>
          <a:prstGeom prst="rightArrow">
            <a:avLst/>
          </a:prstGeom>
          <a:solidFill>
            <a:schemeClr val="accent5"/>
          </a:solidFill>
          <a:ln>
            <a:solidFill>
              <a:schemeClr val="tx1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>
              <a:latin typeface="NanumMyeongjo" panose="02000300000000000000" pitchFamily="2" charset="-127"/>
              <a:ea typeface="NanumMyeongjo" panose="02000300000000000000" pitchFamily="2" charset="-127"/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E192EDC5-D0DE-9CF7-2AFD-1199C4B8B8D7}"/>
              </a:ext>
            </a:extLst>
          </p:cNvPr>
          <p:cNvSpPr txBox="1"/>
          <p:nvPr/>
        </p:nvSpPr>
        <p:spPr>
          <a:xfrm>
            <a:off x="3637385" y="3743506"/>
            <a:ext cx="9163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i="1" dirty="0">
                <a:latin typeface="NanumMyeongjo" panose="02000300000000000000" pitchFamily="2" charset="-127"/>
                <a:ea typeface="NanumMyeongjo" panose="02000300000000000000" pitchFamily="2" charset="-127"/>
              </a:rPr>
              <a:t>Cluster</a:t>
            </a:r>
            <a:endParaRPr kumimoji="1" lang="ko-KR" altLang="en-US" i="1" dirty="0">
              <a:latin typeface="NanumMyeongjo" panose="02000300000000000000" pitchFamily="2" charset="-127"/>
              <a:ea typeface="NanumMyeongjo" panose="02000300000000000000" pitchFamily="2" charset="-127"/>
            </a:endParaRPr>
          </a:p>
        </p:txBody>
      </p:sp>
      <p:sp>
        <p:nvSpPr>
          <p:cNvPr id="82" name="직사각형 81">
            <a:extLst>
              <a:ext uri="{FF2B5EF4-FFF2-40B4-BE49-F238E27FC236}">
                <a16:creationId xmlns:a16="http://schemas.microsoft.com/office/drawing/2014/main" id="{BC0A2831-9716-7A25-1934-A6C47985CB3A}"/>
              </a:ext>
            </a:extLst>
          </p:cNvPr>
          <p:cNvSpPr/>
          <p:nvPr/>
        </p:nvSpPr>
        <p:spPr>
          <a:xfrm>
            <a:off x="4697716" y="3062247"/>
            <a:ext cx="1292852" cy="57232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>
              <a:latin typeface="NanumMyeongjo" panose="02000300000000000000" pitchFamily="2" charset="-127"/>
              <a:ea typeface="NanumMyeongjo" panose="02000300000000000000" pitchFamily="2" charset="-127"/>
            </a:endParaRPr>
          </a:p>
        </p:txBody>
      </p:sp>
      <p:sp>
        <p:nvSpPr>
          <p:cNvPr id="83" name="직사각형 82">
            <a:extLst>
              <a:ext uri="{FF2B5EF4-FFF2-40B4-BE49-F238E27FC236}">
                <a16:creationId xmlns:a16="http://schemas.microsoft.com/office/drawing/2014/main" id="{24C439CA-75CE-0DC2-A8B3-EE7E2F1E9192}"/>
              </a:ext>
            </a:extLst>
          </p:cNvPr>
          <p:cNvSpPr/>
          <p:nvPr/>
        </p:nvSpPr>
        <p:spPr>
          <a:xfrm>
            <a:off x="4703572" y="3703814"/>
            <a:ext cx="1286996" cy="57232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>
              <a:latin typeface="NanumMyeongjo" panose="02000300000000000000" pitchFamily="2" charset="-127"/>
              <a:ea typeface="NanumMyeongjo" panose="02000300000000000000" pitchFamily="2" charset="-127"/>
            </a:endParaRPr>
          </a:p>
        </p:txBody>
      </p:sp>
      <p:sp>
        <p:nvSpPr>
          <p:cNvPr id="84" name="오른쪽 화살표[R] 83">
            <a:extLst>
              <a:ext uri="{FF2B5EF4-FFF2-40B4-BE49-F238E27FC236}">
                <a16:creationId xmlns:a16="http://schemas.microsoft.com/office/drawing/2014/main" id="{325AF61A-E06F-6D2B-A0BF-2755090087B7}"/>
              </a:ext>
            </a:extLst>
          </p:cNvPr>
          <p:cNvSpPr/>
          <p:nvPr/>
        </p:nvSpPr>
        <p:spPr>
          <a:xfrm>
            <a:off x="6071057" y="3210722"/>
            <a:ext cx="902507" cy="305452"/>
          </a:xfrm>
          <a:prstGeom prst="rightArrow">
            <a:avLst/>
          </a:prstGeom>
          <a:ln>
            <a:solidFill>
              <a:schemeClr val="tx1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>
              <a:latin typeface="NanumMyeongjo" panose="02000300000000000000" pitchFamily="2" charset="-127"/>
              <a:ea typeface="NanumMyeongjo" panose="02000300000000000000" pitchFamily="2" charset="-127"/>
            </a:endParaRPr>
          </a:p>
        </p:txBody>
      </p:sp>
      <p:sp>
        <p:nvSpPr>
          <p:cNvPr id="85" name="오른쪽 화살표[R] 84">
            <a:extLst>
              <a:ext uri="{FF2B5EF4-FFF2-40B4-BE49-F238E27FC236}">
                <a16:creationId xmlns:a16="http://schemas.microsoft.com/office/drawing/2014/main" id="{31B7C8A9-155D-C865-A0AA-441595D7221F}"/>
              </a:ext>
            </a:extLst>
          </p:cNvPr>
          <p:cNvSpPr/>
          <p:nvPr/>
        </p:nvSpPr>
        <p:spPr>
          <a:xfrm>
            <a:off x="8060395" y="3173677"/>
            <a:ext cx="1401257" cy="305452"/>
          </a:xfrm>
          <a:prstGeom prst="rightArrow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>
              <a:latin typeface="NanumMyeongjo" panose="02000300000000000000" pitchFamily="2" charset="-127"/>
              <a:ea typeface="NanumMyeongjo" panose="02000300000000000000" pitchFamily="2" charset="-127"/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3A894C30-340A-883C-386E-744BC7633993}"/>
              </a:ext>
            </a:extLst>
          </p:cNvPr>
          <p:cNvSpPr txBox="1"/>
          <p:nvPr/>
        </p:nvSpPr>
        <p:spPr>
          <a:xfrm>
            <a:off x="5983733" y="4048898"/>
            <a:ext cx="7056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i="1" dirty="0">
                <a:latin typeface="NanumMyeongjo" panose="02000300000000000000" pitchFamily="2" charset="-127"/>
                <a:ea typeface="NanumMyeongjo" panose="02000300000000000000" pitchFamily="2" charset="-127"/>
              </a:rPr>
              <a:t>Filter</a:t>
            </a:r>
            <a:endParaRPr kumimoji="1" lang="ko-KR" altLang="en-US" i="1" dirty="0">
              <a:latin typeface="NanumMyeongjo" panose="02000300000000000000" pitchFamily="2" charset="-127"/>
              <a:ea typeface="NanumMyeongjo" panose="02000300000000000000" pitchFamily="2" charset="-127"/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AD73E615-0E3B-13AC-F529-C6894AFB97E7}"/>
              </a:ext>
            </a:extLst>
          </p:cNvPr>
          <p:cNvSpPr txBox="1"/>
          <p:nvPr/>
        </p:nvSpPr>
        <p:spPr>
          <a:xfrm>
            <a:off x="3681019" y="4821136"/>
            <a:ext cx="7056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i="1" dirty="0">
                <a:latin typeface="NanumMyeongjo" panose="02000300000000000000" pitchFamily="2" charset="-127"/>
                <a:ea typeface="NanumMyeongjo" panose="02000300000000000000" pitchFamily="2" charset="-127"/>
              </a:rPr>
              <a:t>Filter</a:t>
            </a:r>
            <a:endParaRPr kumimoji="1" lang="ko-KR" altLang="en-US" i="1" dirty="0">
              <a:latin typeface="NanumMyeongjo" panose="02000300000000000000" pitchFamily="2" charset="-127"/>
              <a:ea typeface="NanumMyeongjo" panose="02000300000000000000" pitchFamily="2" charset="-127"/>
            </a:endParaRPr>
          </a:p>
        </p:txBody>
      </p:sp>
      <p:sp>
        <p:nvSpPr>
          <p:cNvPr id="88" name="오른쪽 화살표[R] 87">
            <a:extLst>
              <a:ext uri="{FF2B5EF4-FFF2-40B4-BE49-F238E27FC236}">
                <a16:creationId xmlns:a16="http://schemas.microsoft.com/office/drawing/2014/main" id="{0990952E-A13B-5131-43BF-BD698C226921}"/>
              </a:ext>
            </a:extLst>
          </p:cNvPr>
          <p:cNvSpPr/>
          <p:nvPr/>
        </p:nvSpPr>
        <p:spPr>
          <a:xfrm>
            <a:off x="3479881" y="5310575"/>
            <a:ext cx="1743494" cy="305452"/>
          </a:xfrm>
          <a:prstGeom prst="rightArrow">
            <a:avLst/>
          </a:prstGeom>
          <a:ln>
            <a:solidFill>
              <a:schemeClr val="tx1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>
              <a:latin typeface="NanumMyeongjo" panose="02000300000000000000" pitchFamily="2" charset="-127"/>
              <a:ea typeface="NanumMyeongjo" panose="02000300000000000000" pitchFamily="2" charset="-127"/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AD46C183-494C-98C4-79EF-951133EB2961}"/>
              </a:ext>
            </a:extLst>
          </p:cNvPr>
          <p:cNvSpPr txBox="1"/>
          <p:nvPr/>
        </p:nvSpPr>
        <p:spPr>
          <a:xfrm>
            <a:off x="3681019" y="5513217"/>
            <a:ext cx="7056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i="1" dirty="0">
                <a:latin typeface="NanumMyeongjo" panose="02000300000000000000" pitchFamily="2" charset="-127"/>
                <a:ea typeface="NanumMyeongjo" panose="02000300000000000000" pitchFamily="2" charset="-127"/>
              </a:rPr>
              <a:t>Filter</a:t>
            </a:r>
            <a:endParaRPr kumimoji="1" lang="ko-KR" altLang="en-US" i="1" dirty="0">
              <a:latin typeface="NanumMyeongjo" panose="02000300000000000000" pitchFamily="2" charset="-127"/>
              <a:ea typeface="NanumMyeongjo" panose="02000300000000000000" pitchFamily="2" charset="-127"/>
            </a:endParaRPr>
          </a:p>
        </p:txBody>
      </p:sp>
      <p:sp>
        <p:nvSpPr>
          <p:cNvPr id="90" name="직사각형 89">
            <a:extLst>
              <a:ext uri="{FF2B5EF4-FFF2-40B4-BE49-F238E27FC236}">
                <a16:creationId xmlns:a16="http://schemas.microsoft.com/office/drawing/2014/main" id="{8006C66A-7431-832F-DEAA-0A3321AB9BA2}"/>
              </a:ext>
            </a:extLst>
          </p:cNvPr>
          <p:cNvSpPr/>
          <p:nvPr/>
        </p:nvSpPr>
        <p:spPr>
          <a:xfrm>
            <a:off x="5280098" y="4468130"/>
            <a:ext cx="1505660" cy="57232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100" b="1" dirty="0">
                <a:solidFill>
                  <a:schemeClr val="tx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Ideal Low-pass Filter</a:t>
            </a:r>
            <a:endParaRPr kumimoji="1" lang="ko-KR" altLang="en-US" sz="1100" b="1" dirty="0">
              <a:solidFill>
                <a:schemeClr val="tx1"/>
              </a:solidFill>
              <a:latin typeface="NanumMyeongjo" panose="02000300000000000000" pitchFamily="2" charset="-127"/>
              <a:ea typeface="NanumMyeongjo" panose="02000300000000000000" pitchFamily="2" charset="-127"/>
            </a:endParaRPr>
          </a:p>
        </p:txBody>
      </p:sp>
      <p:sp>
        <p:nvSpPr>
          <p:cNvPr id="91" name="직사각형 90">
            <a:extLst>
              <a:ext uri="{FF2B5EF4-FFF2-40B4-BE49-F238E27FC236}">
                <a16:creationId xmlns:a16="http://schemas.microsoft.com/office/drawing/2014/main" id="{AB28A5C7-6CFD-4A04-1D20-7F5866DFCEA7}"/>
              </a:ext>
            </a:extLst>
          </p:cNvPr>
          <p:cNvSpPr/>
          <p:nvPr/>
        </p:nvSpPr>
        <p:spPr>
          <a:xfrm>
            <a:off x="5280098" y="5202548"/>
            <a:ext cx="1505660" cy="57232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200" b="1" dirty="0">
                <a:solidFill>
                  <a:schemeClr val="tx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High-order </a:t>
            </a:r>
          </a:p>
          <a:p>
            <a:pPr algn="ctr"/>
            <a:r>
              <a:rPr kumimoji="1" lang="en-US" altLang="ko-KR" sz="1200" b="1" dirty="0">
                <a:solidFill>
                  <a:schemeClr val="tx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Low-pass Filter</a:t>
            </a:r>
            <a:endParaRPr kumimoji="1" lang="ko-KR" altLang="en-US" sz="1200" b="1" dirty="0">
              <a:solidFill>
                <a:schemeClr val="tx1"/>
              </a:solidFill>
              <a:latin typeface="NanumMyeongjo" panose="02000300000000000000" pitchFamily="2" charset="-127"/>
              <a:ea typeface="NanumMyeongjo" panose="02000300000000000000" pitchFamily="2" charset="-127"/>
            </a:endParaRPr>
          </a:p>
        </p:txBody>
      </p:sp>
      <p:sp>
        <p:nvSpPr>
          <p:cNvPr id="92" name="오른쪽 화살표[R] 91">
            <a:extLst>
              <a:ext uri="{FF2B5EF4-FFF2-40B4-BE49-F238E27FC236}">
                <a16:creationId xmlns:a16="http://schemas.microsoft.com/office/drawing/2014/main" id="{C06FDC18-D3B1-974E-3B0D-1165014199FA}"/>
              </a:ext>
            </a:extLst>
          </p:cNvPr>
          <p:cNvSpPr/>
          <p:nvPr/>
        </p:nvSpPr>
        <p:spPr>
          <a:xfrm>
            <a:off x="6819826" y="4602724"/>
            <a:ext cx="2642058" cy="305452"/>
          </a:xfrm>
          <a:prstGeom prst="rightArrow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>
              <a:latin typeface="NanumMyeongjo" panose="02000300000000000000" pitchFamily="2" charset="-127"/>
              <a:ea typeface="NanumMyeongjo" panose="02000300000000000000" pitchFamily="2" charset="-127"/>
            </a:endParaRPr>
          </a:p>
        </p:txBody>
      </p:sp>
      <p:sp>
        <p:nvSpPr>
          <p:cNvPr id="93" name="오른쪽 화살표[R] 92">
            <a:extLst>
              <a:ext uri="{FF2B5EF4-FFF2-40B4-BE49-F238E27FC236}">
                <a16:creationId xmlns:a16="http://schemas.microsoft.com/office/drawing/2014/main" id="{A4E79148-460C-FF42-1AA4-CDEC01A95521}"/>
              </a:ext>
            </a:extLst>
          </p:cNvPr>
          <p:cNvSpPr/>
          <p:nvPr/>
        </p:nvSpPr>
        <p:spPr>
          <a:xfrm>
            <a:off x="6830236" y="5310575"/>
            <a:ext cx="2630064" cy="305452"/>
          </a:xfrm>
          <a:prstGeom prst="rightArrow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>
              <a:latin typeface="NanumMyeongjo" panose="02000300000000000000" pitchFamily="2" charset="-127"/>
              <a:ea typeface="NanumMyeongjo" panose="02000300000000000000" pitchFamily="2" charset="-127"/>
            </a:endParaRPr>
          </a:p>
        </p:txBody>
      </p:sp>
      <p:sp>
        <p:nvSpPr>
          <p:cNvPr id="94" name="직사각형 93">
            <a:extLst>
              <a:ext uri="{FF2B5EF4-FFF2-40B4-BE49-F238E27FC236}">
                <a16:creationId xmlns:a16="http://schemas.microsoft.com/office/drawing/2014/main" id="{A7EA9D4A-F893-884D-E3CE-C81911C2124D}"/>
              </a:ext>
            </a:extLst>
          </p:cNvPr>
          <p:cNvSpPr/>
          <p:nvPr/>
        </p:nvSpPr>
        <p:spPr>
          <a:xfrm>
            <a:off x="9545280" y="3090214"/>
            <a:ext cx="1099981" cy="127234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dirty="0">
                <a:solidFill>
                  <a:schemeClr val="tx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Ratings</a:t>
            </a:r>
            <a:endParaRPr kumimoji="1" lang="ko-KR" altLang="en-US" dirty="0">
              <a:solidFill>
                <a:schemeClr val="tx1"/>
              </a:solidFill>
              <a:latin typeface="NanumMyeongjo" panose="02000300000000000000" pitchFamily="2" charset="-127"/>
              <a:ea typeface="NanumMyeongjo" panose="02000300000000000000" pitchFamily="2" charset="-127"/>
            </a:endParaRPr>
          </a:p>
        </p:txBody>
      </p:sp>
      <p:sp>
        <p:nvSpPr>
          <p:cNvPr id="95" name="직사각형 94">
            <a:extLst>
              <a:ext uri="{FF2B5EF4-FFF2-40B4-BE49-F238E27FC236}">
                <a16:creationId xmlns:a16="http://schemas.microsoft.com/office/drawing/2014/main" id="{B2BEC058-C39C-DA79-5E67-44A61E59F738}"/>
              </a:ext>
            </a:extLst>
          </p:cNvPr>
          <p:cNvSpPr/>
          <p:nvPr/>
        </p:nvSpPr>
        <p:spPr>
          <a:xfrm>
            <a:off x="9545280" y="4507522"/>
            <a:ext cx="1099981" cy="127234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dirty="0">
                <a:solidFill>
                  <a:schemeClr val="tx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Ratings</a:t>
            </a:r>
            <a:endParaRPr kumimoji="1" lang="ko-KR" altLang="en-US" dirty="0">
              <a:solidFill>
                <a:schemeClr val="tx1"/>
              </a:solidFill>
              <a:latin typeface="NanumMyeongjo" panose="02000300000000000000" pitchFamily="2" charset="-127"/>
              <a:ea typeface="NanumMyeongjo" panose="02000300000000000000" pitchFamily="2" charset="-127"/>
            </a:endParaRPr>
          </a:p>
        </p:txBody>
      </p:sp>
      <p:sp>
        <p:nvSpPr>
          <p:cNvPr id="96" name="오른쪽 화살표[R] 95">
            <a:extLst>
              <a:ext uri="{FF2B5EF4-FFF2-40B4-BE49-F238E27FC236}">
                <a16:creationId xmlns:a16="http://schemas.microsoft.com/office/drawing/2014/main" id="{60471E9D-778B-117F-AB21-79898C025D87}"/>
              </a:ext>
            </a:extLst>
          </p:cNvPr>
          <p:cNvSpPr/>
          <p:nvPr/>
        </p:nvSpPr>
        <p:spPr>
          <a:xfrm>
            <a:off x="3479881" y="4604587"/>
            <a:ext cx="1743494" cy="305452"/>
          </a:xfrm>
          <a:prstGeom prst="rightArrow">
            <a:avLst/>
          </a:prstGeom>
          <a:ln>
            <a:solidFill>
              <a:schemeClr val="tx1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>
              <a:latin typeface="NanumMyeongjo" panose="02000300000000000000" pitchFamily="2" charset="-127"/>
              <a:ea typeface="NanumMyeongjo" panose="02000300000000000000" pitchFamily="2" charset="-127"/>
            </a:endParaRPr>
          </a:p>
        </p:txBody>
      </p:sp>
      <p:sp>
        <p:nvSpPr>
          <p:cNvPr id="97" name="직사각형 96">
            <a:extLst>
              <a:ext uri="{FF2B5EF4-FFF2-40B4-BE49-F238E27FC236}">
                <a16:creationId xmlns:a16="http://schemas.microsoft.com/office/drawing/2014/main" id="{84735282-D6CE-63DA-5CA6-EE340E672B76}"/>
              </a:ext>
            </a:extLst>
          </p:cNvPr>
          <p:cNvSpPr/>
          <p:nvPr/>
        </p:nvSpPr>
        <p:spPr>
          <a:xfrm>
            <a:off x="7047924" y="3049676"/>
            <a:ext cx="938112" cy="57232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100" b="1" dirty="0">
                <a:solidFill>
                  <a:schemeClr val="tx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High-order </a:t>
            </a:r>
          </a:p>
          <a:p>
            <a:pPr algn="ctr"/>
            <a:r>
              <a:rPr kumimoji="1" lang="en-US" altLang="ko-KR" sz="1100" b="1" dirty="0">
                <a:solidFill>
                  <a:schemeClr val="tx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Low-pass Filter</a:t>
            </a:r>
            <a:endParaRPr kumimoji="1" lang="ko-KR" altLang="en-US" sz="1100" b="1" dirty="0">
              <a:solidFill>
                <a:schemeClr val="tx1"/>
              </a:solidFill>
              <a:latin typeface="NanumMyeongjo" panose="02000300000000000000" pitchFamily="2" charset="-127"/>
              <a:ea typeface="NanumMyeongjo" panose="02000300000000000000" pitchFamily="2" charset="-127"/>
            </a:endParaRPr>
          </a:p>
        </p:txBody>
      </p:sp>
      <p:sp>
        <p:nvSpPr>
          <p:cNvPr id="98" name="직사각형 97">
            <a:extLst>
              <a:ext uri="{FF2B5EF4-FFF2-40B4-BE49-F238E27FC236}">
                <a16:creationId xmlns:a16="http://schemas.microsoft.com/office/drawing/2014/main" id="{31C3F9E7-B5CC-8B28-FC55-8586F349E045}"/>
              </a:ext>
            </a:extLst>
          </p:cNvPr>
          <p:cNvSpPr/>
          <p:nvPr/>
        </p:nvSpPr>
        <p:spPr>
          <a:xfrm>
            <a:off x="7047925" y="3724319"/>
            <a:ext cx="938111" cy="57232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100" b="1" dirty="0">
                <a:solidFill>
                  <a:schemeClr val="tx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High-order </a:t>
            </a:r>
          </a:p>
          <a:p>
            <a:pPr algn="ctr"/>
            <a:r>
              <a:rPr kumimoji="1" lang="en-US" altLang="ko-KR" sz="1100" b="1" dirty="0">
                <a:solidFill>
                  <a:schemeClr val="tx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Low-pass Filter</a:t>
            </a:r>
            <a:endParaRPr kumimoji="1" lang="ko-KR" altLang="en-US" sz="1100" b="1" dirty="0">
              <a:solidFill>
                <a:schemeClr val="tx1"/>
              </a:solidFill>
              <a:latin typeface="NanumMyeongjo" panose="02000300000000000000" pitchFamily="2" charset="-127"/>
              <a:ea typeface="NanumMyeongjo" panose="02000300000000000000" pitchFamily="2" charset="-127"/>
            </a:endParaRPr>
          </a:p>
        </p:txBody>
      </p:sp>
      <p:sp>
        <p:nvSpPr>
          <p:cNvPr id="99" name="오른쪽 화살표[R] 98">
            <a:extLst>
              <a:ext uri="{FF2B5EF4-FFF2-40B4-BE49-F238E27FC236}">
                <a16:creationId xmlns:a16="http://schemas.microsoft.com/office/drawing/2014/main" id="{22189223-A6D3-C1A4-C7DA-DEB926489DA0}"/>
              </a:ext>
            </a:extLst>
          </p:cNvPr>
          <p:cNvSpPr/>
          <p:nvPr/>
        </p:nvSpPr>
        <p:spPr>
          <a:xfrm>
            <a:off x="8060395" y="3882144"/>
            <a:ext cx="1401255" cy="305452"/>
          </a:xfrm>
          <a:prstGeom prst="rightArrow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>
              <a:latin typeface="NanumMyeongjo" panose="02000300000000000000" pitchFamily="2" charset="-127"/>
              <a:ea typeface="NanumMyeongjo" panose="02000300000000000000" pitchFamily="2" charset="-127"/>
            </a:endParaRPr>
          </a:p>
        </p:txBody>
      </p:sp>
      <p:sp>
        <p:nvSpPr>
          <p:cNvPr id="100" name="오른쪽 화살표[R] 99">
            <a:extLst>
              <a:ext uri="{FF2B5EF4-FFF2-40B4-BE49-F238E27FC236}">
                <a16:creationId xmlns:a16="http://schemas.microsoft.com/office/drawing/2014/main" id="{36CA34AD-2562-FE7B-5067-45C0C74B1590}"/>
              </a:ext>
            </a:extLst>
          </p:cNvPr>
          <p:cNvSpPr/>
          <p:nvPr/>
        </p:nvSpPr>
        <p:spPr>
          <a:xfrm>
            <a:off x="6071057" y="3846274"/>
            <a:ext cx="902507" cy="305452"/>
          </a:xfrm>
          <a:prstGeom prst="rightArrow">
            <a:avLst/>
          </a:prstGeom>
          <a:ln>
            <a:solidFill>
              <a:schemeClr val="tx1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>
              <a:latin typeface="NanumMyeongjo" panose="02000300000000000000" pitchFamily="2" charset="-127"/>
              <a:ea typeface="NanumMyeongjo" panose="02000300000000000000" pitchFamily="2" charset="-127"/>
            </a:endParaRP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8F130D9F-7224-478F-DA78-74CC45482A40}"/>
              </a:ext>
            </a:extLst>
          </p:cNvPr>
          <p:cNvSpPr txBox="1"/>
          <p:nvPr/>
        </p:nvSpPr>
        <p:spPr>
          <a:xfrm>
            <a:off x="6000178" y="3409140"/>
            <a:ext cx="7056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i="1" dirty="0">
                <a:latin typeface="NanumMyeongjo" panose="02000300000000000000" pitchFamily="2" charset="-127"/>
                <a:ea typeface="NanumMyeongjo" panose="02000300000000000000" pitchFamily="2" charset="-127"/>
              </a:rPr>
              <a:t>Filter</a:t>
            </a:r>
            <a:endParaRPr kumimoji="1" lang="ko-KR" altLang="en-US" i="1" dirty="0">
              <a:latin typeface="NanumMyeongjo" panose="02000300000000000000" pitchFamily="2" charset="-127"/>
              <a:ea typeface="NanumMyeongjo" panose="02000300000000000000" pitchFamily="2" charset="-127"/>
            </a:endParaRPr>
          </a:p>
        </p:txBody>
      </p:sp>
      <p:sp>
        <p:nvSpPr>
          <p:cNvPr id="102" name="오른쪽 화살표[R] 101">
            <a:extLst>
              <a:ext uri="{FF2B5EF4-FFF2-40B4-BE49-F238E27FC236}">
                <a16:creationId xmlns:a16="http://schemas.microsoft.com/office/drawing/2014/main" id="{E0640224-62A3-F0B6-DD1F-1F10D9011B96}"/>
              </a:ext>
            </a:extLst>
          </p:cNvPr>
          <p:cNvSpPr/>
          <p:nvPr/>
        </p:nvSpPr>
        <p:spPr>
          <a:xfrm>
            <a:off x="3479881" y="3525320"/>
            <a:ext cx="1115567" cy="305452"/>
          </a:xfrm>
          <a:prstGeom prst="rightArrow">
            <a:avLst/>
          </a:prstGeom>
          <a:solidFill>
            <a:schemeClr val="accent5"/>
          </a:solidFill>
          <a:ln>
            <a:solidFill>
              <a:schemeClr val="tx1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>
              <a:latin typeface="NanumMyeongjo" panose="02000300000000000000" pitchFamily="2" charset="-127"/>
              <a:ea typeface="NanumMyeongjo" panose="02000300000000000000" pitchFamily="2" charset="-127"/>
            </a:endParaRPr>
          </a:p>
        </p:txBody>
      </p:sp>
      <p:sp>
        <p:nvSpPr>
          <p:cNvPr id="103" name="타원 102">
            <a:extLst>
              <a:ext uri="{FF2B5EF4-FFF2-40B4-BE49-F238E27FC236}">
                <a16:creationId xmlns:a16="http://schemas.microsoft.com/office/drawing/2014/main" id="{C4813B4B-D8CA-F99D-9F14-65AE09AFBDD5}"/>
              </a:ext>
            </a:extLst>
          </p:cNvPr>
          <p:cNvSpPr/>
          <p:nvPr/>
        </p:nvSpPr>
        <p:spPr>
          <a:xfrm>
            <a:off x="4886676" y="3346598"/>
            <a:ext cx="232361" cy="232361"/>
          </a:xfrm>
          <a:prstGeom prst="ellipse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500" dirty="0">
                <a:latin typeface="NanumMyeongjo" panose="02000300000000000000" pitchFamily="2" charset="-127"/>
                <a:ea typeface="NanumMyeongjo" panose="02000300000000000000" pitchFamily="2" charset="-127"/>
              </a:rPr>
              <a:t>1</a:t>
            </a:r>
            <a:endParaRPr kumimoji="1" lang="ko-KR" altLang="en-US" sz="1500" dirty="0">
              <a:latin typeface="NanumMyeongjo" panose="02000300000000000000" pitchFamily="2" charset="-127"/>
              <a:ea typeface="NanumMyeongjo" panose="02000300000000000000" pitchFamily="2" charset="-127"/>
            </a:endParaRPr>
          </a:p>
        </p:txBody>
      </p:sp>
      <p:sp>
        <p:nvSpPr>
          <p:cNvPr id="104" name="타원 103">
            <a:extLst>
              <a:ext uri="{FF2B5EF4-FFF2-40B4-BE49-F238E27FC236}">
                <a16:creationId xmlns:a16="http://schemas.microsoft.com/office/drawing/2014/main" id="{0C5CE967-9F2E-8E35-C334-924AB59C2EC2}"/>
              </a:ext>
            </a:extLst>
          </p:cNvPr>
          <p:cNvSpPr/>
          <p:nvPr/>
        </p:nvSpPr>
        <p:spPr>
          <a:xfrm>
            <a:off x="5165270" y="3131365"/>
            <a:ext cx="232361" cy="232361"/>
          </a:xfrm>
          <a:prstGeom prst="ellipse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500" dirty="0">
                <a:latin typeface="NanumMyeongjo" panose="02000300000000000000" pitchFamily="2" charset="-127"/>
                <a:ea typeface="NanumMyeongjo" panose="02000300000000000000" pitchFamily="2" charset="-127"/>
              </a:rPr>
              <a:t>2</a:t>
            </a:r>
            <a:endParaRPr kumimoji="1" lang="ko-KR" altLang="en-US" sz="1500" dirty="0">
              <a:latin typeface="NanumMyeongjo" panose="02000300000000000000" pitchFamily="2" charset="-127"/>
              <a:ea typeface="NanumMyeongjo" panose="02000300000000000000" pitchFamily="2" charset="-127"/>
            </a:endParaRPr>
          </a:p>
        </p:txBody>
      </p:sp>
      <p:sp>
        <p:nvSpPr>
          <p:cNvPr id="105" name="타원 104">
            <a:extLst>
              <a:ext uri="{FF2B5EF4-FFF2-40B4-BE49-F238E27FC236}">
                <a16:creationId xmlns:a16="http://schemas.microsoft.com/office/drawing/2014/main" id="{371AECA9-73AA-639D-CB63-4434898A51ED}"/>
              </a:ext>
            </a:extLst>
          </p:cNvPr>
          <p:cNvSpPr/>
          <p:nvPr/>
        </p:nvSpPr>
        <p:spPr>
          <a:xfrm>
            <a:off x="5517366" y="3243050"/>
            <a:ext cx="232361" cy="232361"/>
          </a:xfrm>
          <a:prstGeom prst="ellipse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500" dirty="0">
                <a:latin typeface="NanumMyeongjo" panose="02000300000000000000" pitchFamily="2" charset="-127"/>
                <a:ea typeface="NanumMyeongjo" panose="02000300000000000000" pitchFamily="2" charset="-127"/>
              </a:rPr>
              <a:t>4</a:t>
            </a:r>
            <a:endParaRPr kumimoji="1" lang="ko-KR" altLang="en-US" sz="1500" dirty="0">
              <a:latin typeface="NanumMyeongjo" panose="02000300000000000000" pitchFamily="2" charset="-127"/>
              <a:ea typeface="NanumMyeongjo" panose="02000300000000000000" pitchFamily="2" charset="-127"/>
            </a:endParaRPr>
          </a:p>
        </p:txBody>
      </p:sp>
      <p:sp>
        <p:nvSpPr>
          <p:cNvPr id="106" name="타원 105">
            <a:extLst>
              <a:ext uri="{FF2B5EF4-FFF2-40B4-BE49-F238E27FC236}">
                <a16:creationId xmlns:a16="http://schemas.microsoft.com/office/drawing/2014/main" id="{01FBA286-81E1-0C48-5D1D-46FF221AAAEF}"/>
              </a:ext>
            </a:extLst>
          </p:cNvPr>
          <p:cNvSpPr/>
          <p:nvPr/>
        </p:nvSpPr>
        <p:spPr>
          <a:xfrm>
            <a:off x="5019422" y="3994442"/>
            <a:ext cx="232361" cy="232361"/>
          </a:xfrm>
          <a:prstGeom prst="ellipse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500" dirty="0">
                <a:latin typeface="NanumMyeongjo" panose="02000300000000000000" pitchFamily="2" charset="-127"/>
                <a:ea typeface="NanumMyeongjo" panose="02000300000000000000" pitchFamily="2" charset="-127"/>
              </a:rPr>
              <a:t>3</a:t>
            </a:r>
            <a:endParaRPr kumimoji="1" lang="ko-KR" altLang="en-US" sz="1500" dirty="0">
              <a:latin typeface="NanumMyeongjo" panose="02000300000000000000" pitchFamily="2" charset="-127"/>
              <a:ea typeface="NanumMyeongjo" panose="02000300000000000000" pitchFamily="2" charset="-127"/>
            </a:endParaRPr>
          </a:p>
        </p:txBody>
      </p:sp>
      <p:sp>
        <p:nvSpPr>
          <p:cNvPr id="107" name="타원 106">
            <a:extLst>
              <a:ext uri="{FF2B5EF4-FFF2-40B4-BE49-F238E27FC236}">
                <a16:creationId xmlns:a16="http://schemas.microsoft.com/office/drawing/2014/main" id="{B62905D8-968F-7D0A-070F-94A828EF8D04}"/>
              </a:ext>
            </a:extLst>
          </p:cNvPr>
          <p:cNvSpPr/>
          <p:nvPr/>
        </p:nvSpPr>
        <p:spPr>
          <a:xfrm>
            <a:off x="5477491" y="3814252"/>
            <a:ext cx="232361" cy="232361"/>
          </a:xfrm>
          <a:prstGeom prst="ellipse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500" dirty="0">
                <a:latin typeface="NanumMyeongjo" panose="02000300000000000000" pitchFamily="2" charset="-127"/>
                <a:ea typeface="NanumMyeongjo" panose="02000300000000000000" pitchFamily="2" charset="-127"/>
              </a:rPr>
              <a:t>5</a:t>
            </a:r>
            <a:endParaRPr kumimoji="1" lang="ko-KR" altLang="en-US" sz="1500" dirty="0">
              <a:latin typeface="NanumMyeongjo" panose="02000300000000000000" pitchFamily="2" charset="-127"/>
              <a:ea typeface="NanumMyeongjo" panose="02000300000000000000" pitchFamily="2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9" name="TextBox 108">
                <a:extLst>
                  <a:ext uri="{FF2B5EF4-FFF2-40B4-BE49-F238E27FC236}">
                    <a16:creationId xmlns:a16="http://schemas.microsoft.com/office/drawing/2014/main" id="{B68068AA-A622-4789-DA51-1E8AE513AD78}"/>
                  </a:ext>
                </a:extLst>
              </p:cNvPr>
              <p:cNvSpPr txBox="1"/>
              <p:nvPr/>
            </p:nvSpPr>
            <p:spPr>
              <a:xfrm>
                <a:off x="-14798" y="1383127"/>
                <a:ext cx="1530746" cy="5726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ko-KR" sz="1000" dirty="0">
                    <a:latin typeface="NanumMyeongjo" panose="02000300000000000000" pitchFamily="2" charset="-127"/>
                    <a:ea typeface="NanumMyeongjo" panose="02000300000000000000" pitchFamily="2" charset="-127"/>
                  </a:rPr>
                  <a:t>Ideal Low-pass Filter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120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kumimoji="1" lang="en-US" altLang="ko-KR" sz="12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sub>
                      </m:sSub>
                      <m:r>
                        <a:rPr kumimoji="1" lang="en-US" altLang="ko-KR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kumimoji="1" lang="en-US" altLang="ko-KR" sz="12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ko-KR" sz="1200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kumimoji="1" lang="en-US" altLang="ko-KR" sz="12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sub>
                        <m:sup>
                          <m:r>
                            <a:rPr kumimoji="1" lang="en-US" altLang="ko-KR" sz="12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kumimoji="1" lang="en-US" altLang="ko-KR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kumimoji="1" lang="en-US" altLang="ko-KR" sz="12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kumimoji="1" lang="en-US" altLang="ko-KR" sz="1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p>
                      </m:sSubSup>
                      <m:acc>
                        <m:accPr>
                          <m:chr m:val="̅"/>
                          <m:ctrlPr>
                            <a:rPr kumimoji="1" lang="en-US" altLang="ko-KR" sz="12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kumimoji="1" lang="en-US" altLang="ko-KR" sz="1200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</m:acc>
                      <m:sSup>
                        <m:sSupPr>
                          <m:ctrlPr>
                            <a:rPr kumimoji="1" lang="en-US" altLang="ko-KR" sz="1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̅"/>
                              <m:ctrlPr>
                                <a:rPr kumimoji="1" lang="en-US" altLang="ko-KR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kumimoji="1" lang="en-US" altLang="ko-KR" sz="1200" b="0" i="1" smtClean="0"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</m:e>
                          </m:acc>
                        </m:e>
                        <m:sup>
                          <m:r>
                            <a:rPr kumimoji="1" lang="en-US" altLang="ko-KR" sz="12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sSubSup>
                        <m:sSubSupPr>
                          <m:ctrlPr>
                            <a:rPr kumimoji="1" lang="en-US" altLang="ko-KR" sz="12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ko-KR" sz="1200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kumimoji="1" lang="en-US" altLang="ko-KR" sz="12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sub>
                        <m:sup>
                          <m:f>
                            <m:fPr>
                              <m:ctrlPr>
                                <a:rPr kumimoji="1" lang="en-US" altLang="ko-KR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kumimoji="1" lang="en-US" altLang="ko-KR" sz="12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kumimoji="1" lang="en-US" altLang="ko-KR" sz="1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p>
                      </m:sSubSup>
                    </m:oMath>
                  </m:oMathPara>
                </a14:m>
                <a:endParaRPr kumimoji="1" lang="ko-KR" altLang="en-US" sz="1200" dirty="0">
                  <a:latin typeface="NanumMyeongjo" panose="02000300000000000000" pitchFamily="2" charset="-127"/>
                  <a:ea typeface="NanumMyeongjo" panose="02000300000000000000" pitchFamily="2" charset="-127"/>
                </a:endParaRPr>
              </a:p>
            </p:txBody>
          </p:sp>
        </mc:Choice>
        <mc:Fallback xmlns="">
          <p:sp>
            <p:nvSpPr>
              <p:cNvPr id="109" name="TextBox 108">
                <a:extLst>
                  <a:ext uri="{FF2B5EF4-FFF2-40B4-BE49-F238E27FC236}">
                    <a16:creationId xmlns:a16="http://schemas.microsoft.com/office/drawing/2014/main" id="{B68068AA-A622-4789-DA51-1E8AE513AD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4798" y="1383127"/>
                <a:ext cx="1530746" cy="57265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0" name="TextBox 109">
                <a:extLst>
                  <a:ext uri="{FF2B5EF4-FFF2-40B4-BE49-F238E27FC236}">
                    <a16:creationId xmlns:a16="http://schemas.microsoft.com/office/drawing/2014/main" id="{7E9F7048-0B13-8D74-BB64-ECFC7DB979E0}"/>
                  </a:ext>
                </a:extLst>
              </p:cNvPr>
              <p:cNvSpPr txBox="1"/>
              <p:nvPr/>
            </p:nvSpPr>
            <p:spPr>
              <a:xfrm>
                <a:off x="-11395" y="2067087"/>
                <a:ext cx="1859061" cy="434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ko-KR" sz="1000" dirty="0">
                    <a:latin typeface="NanumMyeongjo" panose="02000300000000000000" pitchFamily="2" charset="-127"/>
                    <a:ea typeface="NanumMyeongjo" panose="02000300000000000000" pitchFamily="2" charset="-127"/>
                  </a:rPr>
                  <a:t>High-order Low-pass Filter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120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kumimoji="1" lang="en-US" altLang="ko-KR" sz="1200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sub>
                      </m:sSub>
                      <m:r>
                        <a:rPr kumimoji="1" lang="en-US" altLang="ko-KR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1" lang="en-US" altLang="ko-KR" sz="1200" b="0" i="1" smtClean="0"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kumimoji="1" lang="en-US" altLang="ko-KR" sz="1200" b="0" i="1" smtClean="0">
                          <a:latin typeface="Cambria Math" panose="02040503050406030204" pitchFamily="18" charset="0"/>
                        </a:rPr>
                        <m:t> −</m:t>
                      </m:r>
                      <m:sSup>
                        <m:sSupPr>
                          <m:ctrlPr>
                            <a:rPr kumimoji="1" lang="en-US" altLang="ko-KR" sz="1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ko-KR" sz="12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kumimoji="1" lang="en-US" altLang="ko-KR" sz="1200" i="1">
                              <a:latin typeface="Cambria Math" panose="02040503050406030204" pitchFamily="18" charset="0"/>
                            </a:rPr>
                            <m:t>𝐼</m:t>
                          </m:r>
                          <m:r>
                            <a:rPr kumimoji="1" lang="en-US" altLang="ko-KR" sz="1200" i="1"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kumimoji="1" lang="en-US" altLang="ko-KR" sz="12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̃"/>
                                  <m:ctrlPr>
                                    <a:rPr kumimoji="1" lang="en-US" altLang="ko-KR" sz="12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kumimoji="1" lang="en-US" altLang="ko-KR" sz="1200" i="1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</m:acc>
                            </m:e>
                            <m:sup>
                              <m:r>
                                <a:rPr kumimoji="1" lang="en-US" altLang="ko-KR" sz="12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r>
                            <a:rPr kumimoji="1" lang="en-US" altLang="ko-KR" sz="1200" i="1">
                              <a:latin typeface="Cambria Math" panose="02040503050406030204" pitchFamily="18" charset="0"/>
                            </a:rPr>
                            <m:t>𝑅</m:t>
                          </m:r>
                          <m:r>
                            <m:rPr>
                              <m:nor/>
                            </m:rPr>
                            <a:rPr kumimoji="1" lang="en-US" altLang="ko-KR" sz="1200" dirty="0">
                              <a:latin typeface="NanumMyeongjo" panose="02000300000000000000" pitchFamily="2" charset="-127"/>
                              <a:ea typeface="NanumMyeongjo" panose="02000300000000000000" pitchFamily="2" charset="-127"/>
                            </a:rPr>
                            <m:t>)</m:t>
                          </m:r>
                        </m:e>
                        <m:sup>
                          <m:sSub>
                            <m:sSubPr>
                              <m:ctrlPr>
                                <a:rPr kumimoji="1" lang="en-US" altLang="ko-KR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ko-KR" sz="12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kumimoji="1" lang="en-US" altLang="ko-KR" sz="1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sup>
                      </m:sSup>
                    </m:oMath>
                  </m:oMathPara>
                </a14:m>
                <a:endParaRPr kumimoji="1" lang="en-US" altLang="ko-KR" sz="1200" dirty="0">
                  <a:latin typeface="NanumMyeongjo" panose="02000300000000000000" pitchFamily="2" charset="-127"/>
                  <a:ea typeface="NanumMyeongjo" panose="02000300000000000000" pitchFamily="2" charset="-127"/>
                </a:endParaRPr>
              </a:p>
            </p:txBody>
          </p:sp>
        </mc:Choice>
        <mc:Fallback xmlns="">
          <p:sp>
            <p:nvSpPr>
              <p:cNvPr id="110" name="TextBox 109">
                <a:extLst>
                  <a:ext uri="{FF2B5EF4-FFF2-40B4-BE49-F238E27FC236}">
                    <a16:creationId xmlns:a16="http://schemas.microsoft.com/office/drawing/2014/main" id="{7E9F7048-0B13-8D74-BB64-ECFC7DB979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1395" y="2067087"/>
                <a:ext cx="1859061" cy="434221"/>
              </a:xfrm>
              <a:prstGeom prst="rect">
                <a:avLst/>
              </a:prstGeom>
              <a:blipFill>
                <a:blip r:embed="rId4"/>
                <a:stretch>
                  <a:fillRect b="-857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1" name="TextBox 110">
            <a:extLst>
              <a:ext uri="{FF2B5EF4-FFF2-40B4-BE49-F238E27FC236}">
                <a16:creationId xmlns:a16="http://schemas.microsoft.com/office/drawing/2014/main" id="{CED1E45C-A6EE-DED9-7E64-E186D7E1C9F6}"/>
              </a:ext>
            </a:extLst>
          </p:cNvPr>
          <p:cNvSpPr txBox="1"/>
          <p:nvPr/>
        </p:nvSpPr>
        <p:spPr>
          <a:xfrm>
            <a:off x="8142208" y="1965093"/>
            <a:ext cx="10999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i="1" dirty="0">
                <a:latin typeface="NanumMyeongjo" panose="02000300000000000000" pitchFamily="2" charset="-127"/>
                <a:ea typeface="NanumMyeongjo" panose="02000300000000000000" pitchFamily="2" charset="-127"/>
              </a:rPr>
              <a:t>Combine</a:t>
            </a:r>
            <a:endParaRPr kumimoji="1" lang="ko-KR" altLang="en-US" i="1" dirty="0">
              <a:latin typeface="NanumMyeongjo" panose="02000300000000000000" pitchFamily="2" charset="-127"/>
              <a:ea typeface="NanumMyeongjo" panose="02000300000000000000" pitchFamily="2" charset="-127"/>
            </a:endParaRP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3C58BF52-CD00-64EF-7165-91A6AA5C119A}"/>
              </a:ext>
            </a:extLst>
          </p:cNvPr>
          <p:cNvSpPr txBox="1"/>
          <p:nvPr/>
        </p:nvSpPr>
        <p:spPr>
          <a:xfrm>
            <a:off x="8141322" y="3475411"/>
            <a:ext cx="10999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i="1" dirty="0">
                <a:latin typeface="NanumMyeongjo" panose="02000300000000000000" pitchFamily="2" charset="-127"/>
                <a:ea typeface="NanumMyeongjo" panose="02000300000000000000" pitchFamily="2" charset="-127"/>
              </a:rPr>
              <a:t>Combine</a:t>
            </a:r>
            <a:endParaRPr kumimoji="1" lang="ko-KR" altLang="en-US" i="1" dirty="0">
              <a:latin typeface="NanumMyeongjo" panose="02000300000000000000" pitchFamily="2" charset="-127"/>
              <a:ea typeface="NanumMyeongjo" panose="02000300000000000000" pitchFamily="2" charset="-127"/>
            </a:endParaRP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D2796F76-4657-CBEE-8898-063510B68876}"/>
              </a:ext>
            </a:extLst>
          </p:cNvPr>
          <p:cNvSpPr txBox="1"/>
          <p:nvPr/>
        </p:nvSpPr>
        <p:spPr>
          <a:xfrm>
            <a:off x="8136909" y="4942274"/>
            <a:ext cx="10999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i="1" dirty="0">
                <a:latin typeface="NanumMyeongjo" panose="02000300000000000000" pitchFamily="2" charset="-127"/>
                <a:ea typeface="NanumMyeongjo" panose="02000300000000000000" pitchFamily="2" charset="-127"/>
              </a:rPr>
              <a:t>Combine</a:t>
            </a:r>
            <a:endParaRPr kumimoji="1" lang="ko-KR" altLang="en-US" i="1" dirty="0">
              <a:latin typeface="NanumMyeongjo" panose="02000300000000000000" pitchFamily="2" charset="-127"/>
              <a:ea typeface="NanumMyeongjo" panose="02000300000000000000" pitchFamily="2" charset="-127"/>
            </a:endParaRPr>
          </a:p>
        </p:txBody>
      </p:sp>
      <p:sp>
        <p:nvSpPr>
          <p:cNvPr id="114" name="직사각형 113">
            <a:extLst>
              <a:ext uri="{FF2B5EF4-FFF2-40B4-BE49-F238E27FC236}">
                <a16:creationId xmlns:a16="http://schemas.microsoft.com/office/drawing/2014/main" id="{F992D53A-CD24-2D26-8420-809A455FE95D}"/>
              </a:ext>
            </a:extLst>
          </p:cNvPr>
          <p:cNvSpPr/>
          <p:nvPr/>
        </p:nvSpPr>
        <p:spPr>
          <a:xfrm>
            <a:off x="9545281" y="5921744"/>
            <a:ext cx="2538500" cy="8701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dirty="0">
                <a:solidFill>
                  <a:schemeClr val="tx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Final Ratings</a:t>
            </a:r>
            <a:endParaRPr kumimoji="1" lang="ko-KR" altLang="en-US" dirty="0">
              <a:solidFill>
                <a:schemeClr val="tx1"/>
              </a:solidFill>
              <a:latin typeface="NanumMyeongjo" panose="02000300000000000000" pitchFamily="2" charset="-127"/>
              <a:ea typeface="NanumMyeongjo" panose="02000300000000000000" pitchFamily="2" charset="-127"/>
            </a:endParaRPr>
          </a:p>
        </p:txBody>
      </p:sp>
      <p:cxnSp>
        <p:nvCxnSpPr>
          <p:cNvPr id="2" name="직선 연결선[R] 1">
            <a:extLst>
              <a:ext uri="{FF2B5EF4-FFF2-40B4-BE49-F238E27FC236}">
                <a16:creationId xmlns:a16="http://schemas.microsoft.com/office/drawing/2014/main" id="{B28E2F36-E2A0-D67E-39CD-D069F49A5E2F}"/>
              </a:ext>
            </a:extLst>
          </p:cNvPr>
          <p:cNvCxnSpPr>
            <a:cxnSpLocks/>
          </p:cNvCxnSpPr>
          <p:nvPr/>
        </p:nvCxnSpPr>
        <p:spPr>
          <a:xfrm flipH="1">
            <a:off x="1748317" y="2977853"/>
            <a:ext cx="10335464" cy="0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17" name="직선 연결선[R] 116">
            <a:extLst>
              <a:ext uri="{FF2B5EF4-FFF2-40B4-BE49-F238E27FC236}">
                <a16:creationId xmlns:a16="http://schemas.microsoft.com/office/drawing/2014/main" id="{14E20E69-D246-0772-B38C-CD38A827A980}"/>
              </a:ext>
            </a:extLst>
          </p:cNvPr>
          <p:cNvCxnSpPr>
            <a:cxnSpLocks/>
          </p:cNvCxnSpPr>
          <p:nvPr/>
        </p:nvCxnSpPr>
        <p:spPr>
          <a:xfrm flipH="1">
            <a:off x="9190930" y="66155"/>
            <a:ext cx="37204" cy="6660000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075284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타원 3">
            <a:extLst>
              <a:ext uri="{FF2B5EF4-FFF2-40B4-BE49-F238E27FC236}">
                <a16:creationId xmlns:a16="http://schemas.microsoft.com/office/drawing/2014/main" id="{5EB7DF06-B041-F0D6-C6AB-ECD1C32946AE}"/>
              </a:ext>
            </a:extLst>
          </p:cNvPr>
          <p:cNvSpPr/>
          <p:nvPr/>
        </p:nvSpPr>
        <p:spPr>
          <a:xfrm>
            <a:off x="1845273" y="1094998"/>
            <a:ext cx="232361" cy="232361"/>
          </a:xfrm>
          <a:prstGeom prst="ellipse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500" dirty="0">
                <a:latin typeface="NanumMyeongjo" panose="02000300000000000000" pitchFamily="2" charset="-127"/>
                <a:ea typeface="NanumMyeongjo" panose="02000300000000000000" pitchFamily="2" charset="-127"/>
              </a:rPr>
              <a:t>1</a:t>
            </a:r>
            <a:endParaRPr kumimoji="1" lang="ko-KR" altLang="en-US" sz="1500" dirty="0">
              <a:latin typeface="NanumMyeongjo" panose="02000300000000000000" pitchFamily="2" charset="-127"/>
              <a:ea typeface="NanumMyeongjo" panose="02000300000000000000" pitchFamily="2" charset="-127"/>
            </a:endParaRPr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29F8AEF4-F22B-0D2E-A4DB-6C811034461E}"/>
              </a:ext>
            </a:extLst>
          </p:cNvPr>
          <p:cNvSpPr/>
          <p:nvPr/>
        </p:nvSpPr>
        <p:spPr>
          <a:xfrm>
            <a:off x="1997685" y="1852416"/>
            <a:ext cx="232361" cy="232361"/>
          </a:xfrm>
          <a:prstGeom prst="ellipse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500" dirty="0">
                <a:latin typeface="NanumMyeongjo" panose="02000300000000000000" pitchFamily="2" charset="-127"/>
                <a:ea typeface="NanumMyeongjo" panose="02000300000000000000" pitchFamily="2" charset="-127"/>
              </a:rPr>
              <a:t>2</a:t>
            </a:r>
            <a:endParaRPr kumimoji="1" lang="ko-KR" altLang="en-US" sz="1500" dirty="0">
              <a:latin typeface="NanumMyeongjo" panose="02000300000000000000" pitchFamily="2" charset="-127"/>
              <a:ea typeface="NanumMyeongjo" panose="02000300000000000000" pitchFamily="2" charset="-127"/>
            </a:endParaRPr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DEAA4527-862E-A911-70ED-235C8D700BB5}"/>
              </a:ext>
            </a:extLst>
          </p:cNvPr>
          <p:cNvSpPr/>
          <p:nvPr/>
        </p:nvSpPr>
        <p:spPr>
          <a:xfrm>
            <a:off x="2563299" y="1442562"/>
            <a:ext cx="232361" cy="232361"/>
          </a:xfrm>
          <a:prstGeom prst="ellipse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500" dirty="0">
                <a:latin typeface="NanumMyeongjo" panose="02000300000000000000" pitchFamily="2" charset="-127"/>
                <a:ea typeface="NanumMyeongjo" panose="02000300000000000000" pitchFamily="2" charset="-127"/>
              </a:rPr>
              <a:t>3</a:t>
            </a:r>
            <a:endParaRPr kumimoji="1" lang="ko-KR" altLang="en-US" sz="1500" dirty="0">
              <a:latin typeface="NanumMyeongjo" panose="02000300000000000000" pitchFamily="2" charset="-127"/>
              <a:ea typeface="NanumMyeongjo" panose="02000300000000000000" pitchFamily="2" charset="-127"/>
            </a:endParaRP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38E1A47E-4679-41CD-8EED-C413CEEF3F52}"/>
              </a:ext>
            </a:extLst>
          </p:cNvPr>
          <p:cNvSpPr/>
          <p:nvPr/>
        </p:nvSpPr>
        <p:spPr>
          <a:xfrm>
            <a:off x="3009268" y="1671557"/>
            <a:ext cx="232361" cy="232361"/>
          </a:xfrm>
          <a:prstGeom prst="ellipse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500" dirty="0">
                <a:latin typeface="NanumMyeongjo" panose="02000300000000000000" pitchFamily="2" charset="-127"/>
                <a:ea typeface="NanumMyeongjo" panose="02000300000000000000" pitchFamily="2" charset="-127"/>
              </a:rPr>
              <a:t>4</a:t>
            </a:r>
            <a:endParaRPr kumimoji="1" lang="ko-KR" altLang="en-US" sz="1500" dirty="0">
              <a:latin typeface="NanumMyeongjo" panose="02000300000000000000" pitchFamily="2" charset="-127"/>
              <a:ea typeface="NanumMyeongjo" panose="02000300000000000000" pitchFamily="2" charset="-127"/>
            </a:endParaRPr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4F5D448B-C689-CE40-41F5-353136D8C998}"/>
              </a:ext>
            </a:extLst>
          </p:cNvPr>
          <p:cNvSpPr/>
          <p:nvPr/>
        </p:nvSpPr>
        <p:spPr>
          <a:xfrm>
            <a:off x="2521865" y="1904872"/>
            <a:ext cx="232361" cy="232361"/>
          </a:xfrm>
          <a:prstGeom prst="ellipse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500" dirty="0">
                <a:latin typeface="NanumMyeongjo" panose="02000300000000000000" pitchFamily="2" charset="-127"/>
                <a:ea typeface="NanumMyeongjo" panose="02000300000000000000" pitchFamily="2" charset="-127"/>
              </a:rPr>
              <a:t>1</a:t>
            </a:r>
            <a:endParaRPr kumimoji="1" lang="ko-KR" altLang="en-US" sz="1500" dirty="0">
              <a:latin typeface="NanumMyeongjo" panose="02000300000000000000" pitchFamily="2" charset="-127"/>
              <a:ea typeface="NanumMyeongjo" panose="02000300000000000000" pitchFamily="2" charset="-127"/>
            </a:endParaRPr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3F02FB40-AA42-E61A-518A-A969746EC2FE}"/>
              </a:ext>
            </a:extLst>
          </p:cNvPr>
          <p:cNvSpPr/>
          <p:nvPr/>
        </p:nvSpPr>
        <p:spPr>
          <a:xfrm>
            <a:off x="2920515" y="1038562"/>
            <a:ext cx="232361" cy="232361"/>
          </a:xfrm>
          <a:prstGeom prst="ellipse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500" dirty="0">
                <a:latin typeface="NanumMyeongjo" panose="02000300000000000000" pitchFamily="2" charset="-127"/>
                <a:ea typeface="NanumMyeongjo" panose="02000300000000000000" pitchFamily="2" charset="-127"/>
              </a:rPr>
              <a:t>2</a:t>
            </a:r>
            <a:endParaRPr kumimoji="1" lang="ko-KR" altLang="en-US" sz="1500" dirty="0">
              <a:latin typeface="NanumMyeongjo" panose="02000300000000000000" pitchFamily="2" charset="-127"/>
              <a:ea typeface="NanumMyeongjo" panose="02000300000000000000" pitchFamily="2" charset="-127"/>
            </a:endParaRPr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46B9C6C0-F0C9-F4FD-B813-F602E4250B40}"/>
              </a:ext>
            </a:extLst>
          </p:cNvPr>
          <p:cNvSpPr/>
          <p:nvPr/>
        </p:nvSpPr>
        <p:spPr>
          <a:xfrm>
            <a:off x="2384488" y="1029057"/>
            <a:ext cx="232361" cy="232361"/>
          </a:xfrm>
          <a:prstGeom prst="ellipse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500" dirty="0">
                <a:latin typeface="NanumMyeongjo" panose="02000300000000000000" pitchFamily="2" charset="-127"/>
                <a:ea typeface="NanumMyeongjo" panose="02000300000000000000" pitchFamily="2" charset="-127"/>
              </a:rPr>
              <a:t>3</a:t>
            </a:r>
            <a:endParaRPr kumimoji="1" lang="ko-KR" altLang="en-US" sz="1500" dirty="0">
              <a:latin typeface="NanumMyeongjo" panose="02000300000000000000" pitchFamily="2" charset="-127"/>
              <a:ea typeface="NanumMyeongjo" panose="02000300000000000000" pitchFamily="2" charset="-127"/>
            </a:endParaRPr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1A7308C0-1E8B-64C0-B428-3621F7757FBA}"/>
              </a:ext>
            </a:extLst>
          </p:cNvPr>
          <p:cNvSpPr/>
          <p:nvPr/>
        </p:nvSpPr>
        <p:spPr>
          <a:xfrm>
            <a:off x="2105013" y="1404988"/>
            <a:ext cx="232361" cy="232361"/>
          </a:xfrm>
          <a:prstGeom prst="ellipse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500" dirty="0">
                <a:latin typeface="NanumMyeongjo" panose="02000300000000000000" pitchFamily="2" charset="-127"/>
                <a:ea typeface="NanumMyeongjo" panose="02000300000000000000" pitchFamily="2" charset="-127"/>
              </a:rPr>
              <a:t>4</a:t>
            </a:r>
            <a:endParaRPr kumimoji="1" lang="ko-KR" altLang="en-US" sz="1500" dirty="0">
              <a:latin typeface="NanumMyeongjo" panose="02000300000000000000" pitchFamily="2" charset="-127"/>
              <a:ea typeface="NanumMyeongjo" panose="02000300000000000000" pitchFamily="2" charset="-127"/>
            </a:endParaRPr>
          </a:p>
        </p:txBody>
      </p:sp>
      <p:sp>
        <p:nvSpPr>
          <p:cNvPr id="41" name="타원 40">
            <a:extLst>
              <a:ext uri="{FF2B5EF4-FFF2-40B4-BE49-F238E27FC236}">
                <a16:creationId xmlns:a16="http://schemas.microsoft.com/office/drawing/2014/main" id="{4E3A045F-17F6-EFE1-B481-FFBAD8051498}"/>
              </a:ext>
            </a:extLst>
          </p:cNvPr>
          <p:cNvSpPr/>
          <p:nvPr/>
        </p:nvSpPr>
        <p:spPr>
          <a:xfrm>
            <a:off x="2630825" y="362101"/>
            <a:ext cx="232361" cy="232361"/>
          </a:xfrm>
          <a:prstGeom prst="ellipse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500" dirty="0">
              <a:latin typeface="NanumMyeongjo" panose="02000300000000000000" pitchFamily="2" charset="-127"/>
              <a:ea typeface="NanumMyeongjo" panose="02000300000000000000" pitchFamily="2" charset="-127"/>
            </a:endParaRPr>
          </a:p>
        </p:txBody>
      </p:sp>
      <p:sp>
        <p:nvSpPr>
          <p:cNvPr id="42" name="타원 41">
            <a:extLst>
              <a:ext uri="{FF2B5EF4-FFF2-40B4-BE49-F238E27FC236}">
                <a16:creationId xmlns:a16="http://schemas.microsoft.com/office/drawing/2014/main" id="{477B9BA1-18BF-68C8-F256-E05C22B19852}"/>
              </a:ext>
            </a:extLst>
          </p:cNvPr>
          <p:cNvSpPr/>
          <p:nvPr/>
        </p:nvSpPr>
        <p:spPr>
          <a:xfrm>
            <a:off x="2630825" y="668745"/>
            <a:ext cx="232361" cy="232361"/>
          </a:xfrm>
          <a:prstGeom prst="ellipse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500" dirty="0">
              <a:latin typeface="NanumMyeongjo" panose="02000300000000000000" pitchFamily="2" charset="-127"/>
              <a:ea typeface="NanumMyeongjo" panose="02000300000000000000" pitchFamily="2" charset="-127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EF2C432-8D40-172A-5917-885AF3CCB9BB}"/>
              </a:ext>
            </a:extLst>
          </p:cNvPr>
          <p:cNvSpPr txBox="1"/>
          <p:nvPr/>
        </p:nvSpPr>
        <p:spPr>
          <a:xfrm>
            <a:off x="2867062" y="319127"/>
            <a:ext cx="574003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500" dirty="0">
                <a:latin typeface="NanumMyeongjo" panose="02000300000000000000" pitchFamily="2" charset="-127"/>
                <a:ea typeface="NanumMyeongjo" panose="02000300000000000000" pitchFamily="2" charset="-127"/>
              </a:rPr>
              <a:t>User</a:t>
            </a:r>
            <a:endParaRPr kumimoji="1" lang="ko-KR" altLang="en-US" sz="1500" dirty="0">
              <a:latin typeface="NanumMyeongjo" panose="02000300000000000000" pitchFamily="2" charset="-127"/>
              <a:ea typeface="NanumMyeongjo" panose="02000300000000000000" pitchFamily="2" charset="-127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B1766F1-6596-B462-9658-7DE0D2ECB872}"/>
              </a:ext>
            </a:extLst>
          </p:cNvPr>
          <p:cNvSpPr txBox="1"/>
          <p:nvPr/>
        </p:nvSpPr>
        <p:spPr>
          <a:xfrm>
            <a:off x="2874871" y="612702"/>
            <a:ext cx="554960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500" dirty="0">
                <a:latin typeface="NanumMyeongjo" panose="02000300000000000000" pitchFamily="2" charset="-127"/>
                <a:ea typeface="NanumMyeongjo" panose="02000300000000000000" pitchFamily="2" charset="-127"/>
              </a:rPr>
              <a:t>Item</a:t>
            </a:r>
            <a:endParaRPr kumimoji="1" lang="ko-KR" altLang="en-US" sz="1500" dirty="0">
              <a:latin typeface="NanumMyeongjo" panose="02000300000000000000" pitchFamily="2" charset="-127"/>
              <a:ea typeface="NanumMyeongjo" panose="02000300000000000000" pitchFamily="2" charset="-127"/>
            </a:endParaRPr>
          </a:p>
        </p:txBody>
      </p:sp>
      <p:graphicFrame>
        <p:nvGraphicFramePr>
          <p:cNvPr id="49" name="표 48">
            <a:extLst>
              <a:ext uri="{FF2B5EF4-FFF2-40B4-BE49-F238E27FC236}">
                <a16:creationId xmlns:a16="http://schemas.microsoft.com/office/drawing/2014/main" id="{2F5443F0-ABC8-1FD9-EE42-ED4C9FC0A3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4647503"/>
              </p:ext>
            </p:extLst>
          </p:nvPr>
        </p:nvGraphicFramePr>
        <p:xfrm>
          <a:off x="1971499" y="2320508"/>
          <a:ext cx="1228970" cy="121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5794">
                  <a:extLst>
                    <a:ext uri="{9D8B030D-6E8A-4147-A177-3AD203B41FA5}">
                      <a16:colId xmlns:a16="http://schemas.microsoft.com/office/drawing/2014/main" val="3747532808"/>
                    </a:ext>
                  </a:extLst>
                </a:gridCol>
                <a:gridCol w="245794">
                  <a:extLst>
                    <a:ext uri="{9D8B030D-6E8A-4147-A177-3AD203B41FA5}">
                      <a16:colId xmlns:a16="http://schemas.microsoft.com/office/drawing/2014/main" val="1156442082"/>
                    </a:ext>
                  </a:extLst>
                </a:gridCol>
                <a:gridCol w="245794">
                  <a:extLst>
                    <a:ext uri="{9D8B030D-6E8A-4147-A177-3AD203B41FA5}">
                      <a16:colId xmlns:a16="http://schemas.microsoft.com/office/drawing/2014/main" val="1947900718"/>
                    </a:ext>
                  </a:extLst>
                </a:gridCol>
                <a:gridCol w="245794">
                  <a:extLst>
                    <a:ext uri="{9D8B030D-6E8A-4147-A177-3AD203B41FA5}">
                      <a16:colId xmlns:a16="http://schemas.microsoft.com/office/drawing/2014/main" val="3880297891"/>
                    </a:ext>
                  </a:extLst>
                </a:gridCol>
                <a:gridCol w="245794">
                  <a:extLst>
                    <a:ext uri="{9D8B030D-6E8A-4147-A177-3AD203B41FA5}">
                      <a16:colId xmlns:a16="http://schemas.microsoft.com/office/drawing/2014/main" val="1443468278"/>
                    </a:ext>
                  </a:extLst>
                </a:gridCol>
              </a:tblGrid>
              <a:tr h="239803">
                <a:tc>
                  <a:txBody>
                    <a:bodyPr/>
                    <a:lstStyle/>
                    <a:p>
                      <a:pPr algn="ctr" latinLnBrk="1"/>
                      <a:endParaRPr lang="ko-KR" altLang="en-US" sz="10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ko-KR" altLang="en-US" sz="10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6B2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ko-KR" altLang="en-US" sz="10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6B2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ko-KR" altLang="en-US" sz="10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6B2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bg1"/>
                          </a:solidFill>
                        </a:rPr>
                        <a:t>4</a:t>
                      </a:r>
                      <a:endParaRPr lang="ko-KR" altLang="en-US" sz="10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6B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6242327"/>
                  </a:ext>
                </a:extLst>
              </a:tr>
              <a:tr h="23980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ko-KR" altLang="en-US" sz="10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9ED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0400950"/>
                  </a:ext>
                </a:extLst>
              </a:tr>
              <a:tr h="23980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ko-KR" altLang="en-US" sz="10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9ED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66344016"/>
                  </a:ext>
                </a:extLst>
              </a:tr>
              <a:tr h="23980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ko-KR" altLang="en-US" sz="10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9ED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4114838"/>
                  </a:ext>
                </a:extLst>
              </a:tr>
              <a:tr h="23980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bg1"/>
                          </a:solidFill>
                        </a:rPr>
                        <a:t>4</a:t>
                      </a:r>
                      <a:endParaRPr lang="ko-KR" altLang="en-US" sz="10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9ED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3357159"/>
                  </a:ext>
                </a:extLst>
              </a:tr>
            </a:tbl>
          </a:graphicData>
        </a:graphic>
      </p:graphicFrame>
      <p:sp>
        <p:nvSpPr>
          <p:cNvPr id="80" name="TextBox 79">
            <a:extLst>
              <a:ext uri="{FF2B5EF4-FFF2-40B4-BE49-F238E27FC236}">
                <a16:creationId xmlns:a16="http://schemas.microsoft.com/office/drawing/2014/main" id="{6FF9719E-69A2-8750-6C59-A7DD6392D928}"/>
              </a:ext>
            </a:extLst>
          </p:cNvPr>
          <p:cNvSpPr txBox="1"/>
          <p:nvPr/>
        </p:nvSpPr>
        <p:spPr>
          <a:xfrm>
            <a:off x="3565079" y="1488417"/>
            <a:ext cx="9163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i="1" dirty="0">
                <a:latin typeface="NanumMyeongjo" panose="02000300000000000000" pitchFamily="2" charset="-127"/>
                <a:ea typeface="NanumMyeongjo" panose="02000300000000000000" pitchFamily="2" charset="-127"/>
              </a:rPr>
              <a:t>Cluster</a:t>
            </a:r>
            <a:endParaRPr kumimoji="1" lang="ko-KR" altLang="en-US" i="1" dirty="0">
              <a:latin typeface="NanumMyeongjo" panose="02000300000000000000" pitchFamily="2" charset="-127"/>
              <a:ea typeface="NanumMyeongjo" panose="02000300000000000000" pitchFamily="2" charset="-127"/>
            </a:endParaRPr>
          </a:p>
        </p:txBody>
      </p:sp>
      <p:sp>
        <p:nvSpPr>
          <p:cNvPr id="81" name="직사각형 80">
            <a:extLst>
              <a:ext uri="{FF2B5EF4-FFF2-40B4-BE49-F238E27FC236}">
                <a16:creationId xmlns:a16="http://schemas.microsoft.com/office/drawing/2014/main" id="{35EC87D8-0762-1F45-6C45-B0F85BAE797F}"/>
              </a:ext>
            </a:extLst>
          </p:cNvPr>
          <p:cNvSpPr/>
          <p:nvPr/>
        </p:nvSpPr>
        <p:spPr>
          <a:xfrm>
            <a:off x="4633672" y="463731"/>
            <a:ext cx="1292852" cy="87521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>
              <a:latin typeface="NanumMyeongjo" panose="02000300000000000000" pitchFamily="2" charset="-127"/>
              <a:ea typeface="NanumMyeongjo" panose="02000300000000000000" pitchFamily="2" charset="-127"/>
            </a:endParaRPr>
          </a:p>
        </p:txBody>
      </p:sp>
      <p:sp>
        <p:nvSpPr>
          <p:cNvPr id="82" name="직사각형 81">
            <a:extLst>
              <a:ext uri="{FF2B5EF4-FFF2-40B4-BE49-F238E27FC236}">
                <a16:creationId xmlns:a16="http://schemas.microsoft.com/office/drawing/2014/main" id="{1F3AB544-F599-5436-0599-7749741C557E}"/>
              </a:ext>
            </a:extLst>
          </p:cNvPr>
          <p:cNvSpPr/>
          <p:nvPr/>
        </p:nvSpPr>
        <p:spPr>
          <a:xfrm>
            <a:off x="4639528" y="1474288"/>
            <a:ext cx="1286996" cy="87521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>
              <a:latin typeface="NanumMyeongjo" panose="02000300000000000000" pitchFamily="2" charset="-127"/>
              <a:ea typeface="NanumMyeongjo" panose="02000300000000000000" pitchFamily="2" charset="-127"/>
            </a:endParaRPr>
          </a:p>
        </p:txBody>
      </p:sp>
      <p:sp>
        <p:nvSpPr>
          <p:cNvPr id="83" name="오른쪽 화살표[R] 82">
            <a:extLst>
              <a:ext uri="{FF2B5EF4-FFF2-40B4-BE49-F238E27FC236}">
                <a16:creationId xmlns:a16="http://schemas.microsoft.com/office/drawing/2014/main" id="{E86CFC28-1E70-44E3-4F59-1CF14791D6C7}"/>
              </a:ext>
            </a:extLst>
          </p:cNvPr>
          <p:cNvSpPr/>
          <p:nvPr/>
        </p:nvSpPr>
        <p:spPr>
          <a:xfrm>
            <a:off x="6013848" y="744593"/>
            <a:ext cx="902507" cy="305452"/>
          </a:xfrm>
          <a:prstGeom prst="rightArrow">
            <a:avLst/>
          </a:prstGeom>
          <a:ln>
            <a:solidFill>
              <a:schemeClr val="tx1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>
              <a:latin typeface="NanumMyeongjo" panose="02000300000000000000" pitchFamily="2" charset="-127"/>
              <a:ea typeface="NanumMyeongjo" panose="02000300000000000000" pitchFamily="2" charset="-127"/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34219C2C-C79B-826B-34E2-4B4C73BE5E6B}"/>
              </a:ext>
            </a:extLst>
          </p:cNvPr>
          <p:cNvSpPr txBox="1"/>
          <p:nvPr/>
        </p:nvSpPr>
        <p:spPr>
          <a:xfrm>
            <a:off x="5926524" y="1921716"/>
            <a:ext cx="7056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i="1" dirty="0">
                <a:latin typeface="NanumMyeongjo" panose="02000300000000000000" pitchFamily="2" charset="-127"/>
                <a:ea typeface="NanumMyeongjo" panose="02000300000000000000" pitchFamily="2" charset="-127"/>
              </a:rPr>
              <a:t>Filter</a:t>
            </a:r>
            <a:endParaRPr kumimoji="1" lang="ko-KR" altLang="en-US" i="1" dirty="0">
              <a:latin typeface="NanumMyeongjo" panose="02000300000000000000" pitchFamily="2" charset="-127"/>
              <a:ea typeface="NanumMyeongjo" panose="02000300000000000000" pitchFamily="2" charset="-127"/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800373B4-95CA-0727-C457-5B707EF86134}"/>
              </a:ext>
            </a:extLst>
          </p:cNvPr>
          <p:cNvSpPr txBox="1"/>
          <p:nvPr/>
        </p:nvSpPr>
        <p:spPr>
          <a:xfrm>
            <a:off x="3594450" y="2836211"/>
            <a:ext cx="7056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i="1" dirty="0">
                <a:latin typeface="NanumMyeongjo" panose="02000300000000000000" pitchFamily="2" charset="-127"/>
                <a:ea typeface="NanumMyeongjo" panose="02000300000000000000" pitchFamily="2" charset="-127"/>
              </a:rPr>
              <a:t>Filter</a:t>
            </a:r>
            <a:endParaRPr kumimoji="1" lang="ko-KR" altLang="en-US" i="1" dirty="0">
              <a:latin typeface="NanumMyeongjo" panose="02000300000000000000" pitchFamily="2" charset="-127"/>
              <a:ea typeface="NanumMyeongjo" panose="02000300000000000000" pitchFamily="2" charset="-127"/>
            </a:endParaRPr>
          </a:p>
        </p:txBody>
      </p:sp>
      <p:sp>
        <p:nvSpPr>
          <p:cNvPr id="87" name="오른쪽 화살표[R] 86">
            <a:extLst>
              <a:ext uri="{FF2B5EF4-FFF2-40B4-BE49-F238E27FC236}">
                <a16:creationId xmlns:a16="http://schemas.microsoft.com/office/drawing/2014/main" id="{8500B652-9C45-3FC8-4752-BF021757FBA9}"/>
              </a:ext>
            </a:extLst>
          </p:cNvPr>
          <p:cNvSpPr/>
          <p:nvPr/>
        </p:nvSpPr>
        <p:spPr>
          <a:xfrm>
            <a:off x="3407575" y="3319101"/>
            <a:ext cx="1743494" cy="305452"/>
          </a:xfrm>
          <a:prstGeom prst="rightArrow">
            <a:avLst/>
          </a:prstGeom>
          <a:ln>
            <a:solidFill>
              <a:schemeClr val="tx1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>
              <a:latin typeface="NanumMyeongjo" panose="02000300000000000000" pitchFamily="2" charset="-127"/>
              <a:ea typeface="NanumMyeongjo" panose="02000300000000000000" pitchFamily="2" charset="-127"/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606F5A11-A648-3B60-998A-EBE5B819DEF8}"/>
              </a:ext>
            </a:extLst>
          </p:cNvPr>
          <p:cNvSpPr txBox="1"/>
          <p:nvPr/>
        </p:nvSpPr>
        <p:spPr>
          <a:xfrm>
            <a:off x="3594853" y="3546217"/>
            <a:ext cx="7056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i="1" dirty="0">
                <a:latin typeface="NanumMyeongjo" panose="02000300000000000000" pitchFamily="2" charset="-127"/>
                <a:ea typeface="NanumMyeongjo" panose="02000300000000000000" pitchFamily="2" charset="-127"/>
              </a:rPr>
              <a:t>Filter</a:t>
            </a:r>
            <a:endParaRPr kumimoji="1" lang="ko-KR" altLang="en-US" i="1" dirty="0">
              <a:latin typeface="NanumMyeongjo" panose="02000300000000000000" pitchFamily="2" charset="-127"/>
              <a:ea typeface="NanumMyeongjo" panose="02000300000000000000" pitchFamily="2" charset="-127"/>
            </a:endParaRPr>
          </a:p>
        </p:txBody>
      </p:sp>
      <p:sp>
        <p:nvSpPr>
          <p:cNvPr id="89" name="직사각형 88">
            <a:extLst>
              <a:ext uri="{FF2B5EF4-FFF2-40B4-BE49-F238E27FC236}">
                <a16:creationId xmlns:a16="http://schemas.microsoft.com/office/drawing/2014/main" id="{F5F87DF2-7C01-7085-A3CE-CE2F0128D449}"/>
              </a:ext>
            </a:extLst>
          </p:cNvPr>
          <p:cNvSpPr/>
          <p:nvPr/>
        </p:nvSpPr>
        <p:spPr>
          <a:xfrm>
            <a:off x="5268138" y="2424137"/>
            <a:ext cx="1505660" cy="57232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100" b="1" dirty="0">
                <a:solidFill>
                  <a:schemeClr val="tx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Ideal Low-pass Filter</a:t>
            </a:r>
            <a:endParaRPr kumimoji="1" lang="ko-KR" altLang="en-US" sz="1100" b="1" dirty="0">
              <a:solidFill>
                <a:schemeClr val="tx1"/>
              </a:solidFill>
              <a:latin typeface="NanumMyeongjo" panose="02000300000000000000" pitchFamily="2" charset="-127"/>
              <a:ea typeface="NanumMyeongjo" panose="02000300000000000000" pitchFamily="2" charset="-127"/>
            </a:endParaRPr>
          </a:p>
        </p:txBody>
      </p:sp>
      <p:sp>
        <p:nvSpPr>
          <p:cNvPr id="90" name="직사각형 89">
            <a:extLst>
              <a:ext uri="{FF2B5EF4-FFF2-40B4-BE49-F238E27FC236}">
                <a16:creationId xmlns:a16="http://schemas.microsoft.com/office/drawing/2014/main" id="{44D05198-4E18-5280-A9B0-F039670ABF3D}"/>
              </a:ext>
            </a:extLst>
          </p:cNvPr>
          <p:cNvSpPr/>
          <p:nvPr/>
        </p:nvSpPr>
        <p:spPr>
          <a:xfrm>
            <a:off x="5268138" y="3158555"/>
            <a:ext cx="1505660" cy="57232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200" b="1" dirty="0">
                <a:solidFill>
                  <a:schemeClr val="tx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High-order </a:t>
            </a:r>
          </a:p>
          <a:p>
            <a:pPr algn="ctr"/>
            <a:r>
              <a:rPr kumimoji="1" lang="en-US" altLang="ko-KR" sz="1200" b="1" dirty="0">
                <a:solidFill>
                  <a:schemeClr val="tx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Low-pass Filter</a:t>
            </a:r>
            <a:endParaRPr kumimoji="1" lang="ko-KR" altLang="en-US" sz="1200" b="1" dirty="0">
              <a:solidFill>
                <a:schemeClr val="tx1"/>
              </a:solidFill>
              <a:latin typeface="NanumMyeongjo" panose="02000300000000000000" pitchFamily="2" charset="-127"/>
              <a:ea typeface="NanumMyeongjo" panose="02000300000000000000" pitchFamily="2" charset="-127"/>
            </a:endParaRPr>
          </a:p>
        </p:txBody>
      </p:sp>
      <p:sp>
        <p:nvSpPr>
          <p:cNvPr id="95" name="오른쪽 화살표[R] 94">
            <a:extLst>
              <a:ext uri="{FF2B5EF4-FFF2-40B4-BE49-F238E27FC236}">
                <a16:creationId xmlns:a16="http://schemas.microsoft.com/office/drawing/2014/main" id="{C3957E2A-007D-726F-35A2-A0E3FBBA76E8}"/>
              </a:ext>
            </a:extLst>
          </p:cNvPr>
          <p:cNvSpPr/>
          <p:nvPr/>
        </p:nvSpPr>
        <p:spPr>
          <a:xfrm>
            <a:off x="3374435" y="2599063"/>
            <a:ext cx="1743494" cy="305452"/>
          </a:xfrm>
          <a:prstGeom prst="rightArrow">
            <a:avLst/>
          </a:prstGeom>
          <a:ln>
            <a:solidFill>
              <a:schemeClr val="tx1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>
              <a:latin typeface="NanumMyeongjo" panose="02000300000000000000" pitchFamily="2" charset="-127"/>
              <a:ea typeface="NanumMyeongjo" panose="02000300000000000000" pitchFamily="2" charset="-127"/>
            </a:endParaRPr>
          </a:p>
        </p:txBody>
      </p:sp>
      <p:sp>
        <p:nvSpPr>
          <p:cNvPr id="96" name="직사각형 95">
            <a:extLst>
              <a:ext uri="{FF2B5EF4-FFF2-40B4-BE49-F238E27FC236}">
                <a16:creationId xmlns:a16="http://schemas.microsoft.com/office/drawing/2014/main" id="{52B9A8CC-DC77-51E1-941A-A14EBCC94D33}"/>
              </a:ext>
            </a:extLst>
          </p:cNvPr>
          <p:cNvSpPr/>
          <p:nvPr/>
        </p:nvSpPr>
        <p:spPr>
          <a:xfrm>
            <a:off x="6990715" y="583547"/>
            <a:ext cx="938112" cy="57232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100" b="1" dirty="0">
                <a:solidFill>
                  <a:schemeClr val="tx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High-order </a:t>
            </a:r>
          </a:p>
          <a:p>
            <a:pPr algn="ctr"/>
            <a:r>
              <a:rPr kumimoji="1" lang="en-US" altLang="ko-KR" sz="1100" b="1" dirty="0">
                <a:solidFill>
                  <a:schemeClr val="tx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Low-pass Filter</a:t>
            </a:r>
            <a:endParaRPr kumimoji="1" lang="ko-KR" altLang="en-US" sz="1100" b="1" dirty="0">
              <a:solidFill>
                <a:schemeClr val="tx1"/>
              </a:solidFill>
              <a:latin typeface="NanumMyeongjo" panose="02000300000000000000" pitchFamily="2" charset="-127"/>
              <a:ea typeface="NanumMyeongjo" panose="02000300000000000000" pitchFamily="2" charset="-127"/>
            </a:endParaRPr>
          </a:p>
        </p:txBody>
      </p:sp>
      <p:sp>
        <p:nvSpPr>
          <p:cNvPr id="97" name="직사각형 96">
            <a:extLst>
              <a:ext uri="{FF2B5EF4-FFF2-40B4-BE49-F238E27FC236}">
                <a16:creationId xmlns:a16="http://schemas.microsoft.com/office/drawing/2014/main" id="{97209890-48F0-121B-56F6-176936A752A6}"/>
              </a:ext>
            </a:extLst>
          </p:cNvPr>
          <p:cNvSpPr/>
          <p:nvPr/>
        </p:nvSpPr>
        <p:spPr>
          <a:xfrm>
            <a:off x="6990716" y="1597137"/>
            <a:ext cx="938111" cy="57232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100" b="1" dirty="0">
                <a:solidFill>
                  <a:schemeClr val="tx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High-order </a:t>
            </a:r>
          </a:p>
          <a:p>
            <a:pPr algn="ctr"/>
            <a:r>
              <a:rPr kumimoji="1" lang="en-US" altLang="ko-KR" sz="1100" b="1" dirty="0">
                <a:solidFill>
                  <a:schemeClr val="tx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Low-pass Filter</a:t>
            </a:r>
            <a:endParaRPr kumimoji="1" lang="ko-KR" altLang="en-US" sz="1100" b="1" dirty="0">
              <a:solidFill>
                <a:schemeClr val="tx1"/>
              </a:solidFill>
              <a:latin typeface="NanumMyeongjo" panose="02000300000000000000" pitchFamily="2" charset="-127"/>
              <a:ea typeface="NanumMyeongjo" panose="02000300000000000000" pitchFamily="2" charset="-127"/>
            </a:endParaRPr>
          </a:p>
        </p:txBody>
      </p:sp>
      <p:sp>
        <p:nvSpPr>
          <p:cNvPr id="99" name="오른쪽 화살표[R] 98">
            <a:extLst>
              <a:ext uri="{FF2B5EF4-FFF2-40B4-BE49-F238E27FC236}">
                <a16:creationId xmlns:a16="http://schemas.microsoft.com/office/drawing/2014/main" id="{2DBD01E8-8A81-13D3-C5D5-B6A5E4530648}"/>
              </a:ext>
            </a:extLst>
          </p:cNvPr>
          <p:cNvSpPr/>
          <p:nvPr/>
        </p:nvSpPr>
        <p:spPr>
          <a:xfrm>
            <a:off x="6013848" y="1719092"/>
            <a:ext cx="902507" cy="305452"/>
          </a:xfrm>
          <a:prstGeom prst="rightArrow">
            <a:avLst/>
          </a:prstGeom>
          <a:ln>
            <a:solidFill>
              <a:schemeClr val="tx1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>
              <a:latin typeface="NanumMyeongjo" panose="02000300000000000000" pitchFamily="2" charset="-127"/>
              <a:ea typeface="NanumMyeongjo" panose="02000300000000000000" pitchFamily="2" charset="-127"/>
            </a:endParaRP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7CA06CB6-D7A6-6237-8C41-CC768C015723}"/>
              </a:ext>
            </a:extLst>
          </p:cNvPr>
          <p:cNvSpPr txBox="1"/>
          <p:nvPr/>
        </p:nvSpPr>
        <p:spPr>
          <a:xfrm>
            <a:off x="5942969" y="943011"/>
            <a:ext cx="7056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i="1" dirty="0">
                <a:latin typeface="NanumMyeongjo" panose="02000300000000000000" pitchFamily="2" charset="-127"/>
                <a:ea typeface="NanumMyeongjo" panose="02000300000000000000" pitchFamily="2" charset="-127"/>
              </a:rPr>
              <a:t>Filter</a:t>
            </a:r>
            <a:endParaRPr kumimoji="1" lang="ko-KR" altLang="en-US" i="1" dirty="0">
              <a:latin typeface="NanumMyeongjo" panose="02000300000000000000" pitchFamily="2" charset="-127"/>
              <a:ea typeface="NanumMyeongjo" panose="02000300000000000000" pitchFamily="2" charset="-127"/>
            </a:endParaRPr>
          </a:p>
        </p:txBody>
      </p:sp>
      <p:sp>
        <p:nvSpPr>
          <p:cNvPr id="101" name="오른쪽 화살표[R] 100">
            <a:extLst>
              <a:ext uri="{FF2B5EF4-FFF2-40B4-BE49-F238E27FC236}">
                <a16:creationId xmlns:a16="http://schemas.microsoft.com/office/drawing/2014/main" id="{D61982CB-27CB-0B88-B0F1-01D89E420313}"/>
              </a:ext>
            </a:extLst>
          </p:cNvPr>
          <p:cNvSpPr/>
          <p:nvPr/>
        </p:nvSpPr>
        <p:spPr>
          <a:xfrm>
            <a:off x="3407575" y="1270231"/>
            <a:ext cx="1115567" cy="305452"/>
          </a:xfrm>
          <a:prstGeom prst="rightArrow">
            <a:avLst/>
          </a:prstGeom>
          <a:solidFill>
            <a:schemeClr val="accent5"/>
          </a:solidFill>
          <a:ln>
            <a:solidFill>
              <a:schemeClr val="tx1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>
              <a:latin typeface="NanumMyeongjo" panose="02000300000000000000" pitchFamily="2" charset="-127"/>
              <a:ea typeface="NanumMyeongjo" panose="02000300000000000000" pitchFamily="2" charset="-127"/>
            </a:endParaRP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C4B9EDEB-9D92-2FD8-0BAD-ACF40905F669}"/>
              </a:ext>
            </a:extLst>
          </p:cNvPr>
          <p:cNvSpPr txBox="1"/>
          <p:nvPr/>
        </p:nvSpPr>
        <p:spPr>
          <a:xfrm>
            <a:off x="8683459" y="2137233"/>
            <a:ext cx="10999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i="1" dirty="0">
                <a:latin typeface="NanumMyeongjo" panose="02000300000000000000" pitchFamily="2" charset="-127"/>
                <a:ea typeface="NanumMyeongjo" panose="02000300000000000000" pitchFamily="2" charset="-127"/>
              </a:rPr>
              <a:t>Combine</a:t>
            </a:r>
            <a:endParaRPr kumimoji="1" lang="ko-KR" altLang="en-US" i="1" dirty="0">
              <a:latin typeface="NanumMyeongjo" panose="02000300000000000000" pitchFamily="2" charset="-127"/>
              <a:ea typeface="NanumMyeongjo" panose="02000300000000000000" pitchFamily="2" charset="-127"/>
            </a:endParaRPr>
          </a:p>
        </p:txBody>
      </p:sp>
      <p:sp>
        <p:nvSpPr>
          <p:cNvPr id="112" name="직사각형 111">
            <a:extLst>
              <a:ext uri="{FF2B5EF4-FFF2-40B4-BE49-F238E27FC236}">
                <a16:creationId xmlns:a16="http://schemas.microsoft.com/office/drawing/2014/main" id="{724E82BE-A503-91A5-BDF8-2471AA587F9B}"/>
              </a:ext>
            </a:extLst>
          </p:cNvPr>
          <p:cNvSpPr/>
          <p:nvPr/>
        </p:nvSpPr>
        <p:spPr>
          <a:xfrm>
            <a:off x="9751854" y="647171"/>
            <a:ext cx="1985564" cy="308371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dirty="0">
                <a:solidFill>
                  <a:schemeClr val="tx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Prediction</a:t>
            </a:r>
            <a:endParaRPr kumimoji="1" lang="ko-KR" altLang="en-US" dirty="0">
              <a:solidFill>
                <a:schemeClr val="tx1"/>
              </a:solidFill>
              <a:latin typeface="NanumMyeongjo" panose="02000300000000000000" pitchFamily="2" charset="-127"/>
              <a:ea typeface="NanumMyeongjo" panose="02000300000000000000" pitchFamily="2" charset="-127"/>
            </a:endParaRPr>
          </a:p>
        </p:txBody>
      </p:sp>
      <p:cxnSp>
        <p:nvCxnSpPr>
          <p:cNvPr id="114" name="직선 연결선[R] 113">
            <a:extLst>
              <a:ext uri="{FF2B5EF4-FFF2-40B4-BE49-F238E27FC236}">
                <a16:creationId xmlns:a16="http://schemas.microsoft.com/office/drawing/2014/main" id="{C491CF32-90F6-1D8E-8B6C-9B638E734A00}"/>
              </a:ext>
            </a:extLst>
          </p:cNvPr>
          <p:cNvCxnSpPr>
            <a:cxnSpLocks/>
          </p:cNvCxnSpPr>
          <p:nvPr/>
        </p:nvCxnSpPr>
        <p:spPr>
          <a:xfrm>
            <a:off x="3594651" y="387872"/>
            <a:ext cx="0" cy="3527677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20" name="직선 연결선[R] 119">
            <a:extLst>
              <a:ext uri="{FF2B5EF4-FFF2-40B4-BE49-F238E27FC236}">
                <a16:creationId xmlns:a16="http://schemas.microsoft.com/office/drawing/2014/main" id="{794C7916-AD35-97B2-20BB-29CA98A9C5EA}"/>
              </a:ext>
            </a:extLst>
          </p:cNvPr>
          <p:cNvCxnSpPr>
            <a:cxnSpLocks/>
            <a:stCxn id="11" idx="1"/>
            <a:endCxn id="4" idx="5"/>
          </p:cNvCxnSpPr>
          <p:nvPr/>
        </p:nvCxnSpPr>
        <p:spPr>
          <a:xfrm flipH="1" flipV="1">
            <a:off x="2043606" y="1293331"/>
            <a:ext cx="95435" cy="14568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4" name="직선 연결선[R] 123">
            <a:extLst>
              <a:ext uri="{FF2B5EF4-FFF2-40B4-BE49-F238E27FC236}">
                <a16:creationId xmlns:a16="http://schemas.microsoft.com/office/drawing/2014/main" id="{25914AE4-27D5-394A-919D-664BA786DD42}"/>
              </a:ext>
            </a:extLst>
          </p:cNvPr>
          <p:cNvCxnSpPr>
            <a:cxnSpLocks/>
            <a:stCxn id="11" idx="4"/>
            <a:endCxn id="5" idx="0"/>
          </p:cNvCxnSpPr>
          <p:nvPr/>
        </p:nvCxnSpPr>
        <p:spPr>
          <a:xfrm flipH="1">
            <a:off x="2113866" y="1637349"/>
            <a:ext cx="107328" cy="21506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7" name="직선 연결선[R] 126">
            <a:extLst>
              <a:ext uri="{FF2B5EF4-FFF2-40B4-BE49-F238E27FC236}">
                <a16:creationId xmlns:a16="http://schemas.microsoft.com/office/drawing/2014/main" id="{C990B044-F2A3-247A-4487-7B9D3464815E}"/>
              </a:ext>
            </a:extLst>
          </p:cNvPr>
          <p:cNvCxnSpPr>
            <a:cxnSpLocks/>
            <a:stCxn id="10" idx="2"/>
            <a:endCxn id="4" idx="6"/>
          </p:cNvCxnSpPr>
          <p:nvPr/>
        </p:nvCxnSpPr>
        <p:spPr>
          <a:xfrm flipH="1">
            <a:off x="2077634" y="1145238"/>
            <a:ext cx="306854" cy="6594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0" name="직선 연결선[R] 129">
            <a:extLst>
              <a:ext uri="{FF2B5EF4-FFF2-40B4-BE49-F238E27FC236}">
                <a16:creationId xmlns:a16="http://schemas.microsoft.com/office/drawing/2014/main" id="{0E56CCE9-390F-1121-3BB6-1E7C76FFE369}"/>
              </a:ext>
            </a:extLst>
          </p:cNvPr>
          <p:cNvCxnSpPr>
            <a:cxnSpLocks/>
            <a:stCxn id="6" idx="0"/>
            <a:endCxn id="10" idx="5"/>
          </p:cNvCxnSpPr>
          <p:nvPr/>
        </p:nvCxnSpPr>
        <p:spPr>
          <a:xfrm flipH="1" flipV="1">
            <a:off x="2582821" y="1227390"/>
            <a:ext cx="96659" cy="21517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3" name="직선 연결선[R] 132">
            <a:extLst>
              <a:ext uri="{FF2B5EF4-FFF2-40B4-BE49-F238E27FC236}">
                <a16:creationId xmlns:a16="http://schemas.microsoft.com/office/drawing/2014/main" id="{45B40364-FDC6-2EDF-0CC5-AB165E6D6DA5}"/>
              </a:ext>
            </a:extLst>
          </p:cNvPr>
          <p:cNvCxnSpPr>
            <a:cxnSpLocks/>
            <a:stCxn id="9" idx="3"/>
            <a:endCxn id="6" idx="7"/>
          </p:cNvCxnSpPr>
          <p:nvPr/>
        </p:nvCxnSpPr>
        <p:spPr>
          <a:xfrm flipH="1">
            <a:off x="2761632" y="1236895"/>
            <a:ext cx="192911" cy="23969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6" name="직선 연결선[R] 135">
            <a:extLst>
              <a:ext uri="{FF2B5EF4-FFF2-40B4-BE49-F238E27FC236}">
                <a16:creationId xmlns:a16="http://schemas.microsoft.com/office/drawing/2014/main" id="{E810AC22-37F8-C472-ABFF-E7FE4DE48778}"/>
              </a:ext>
            </a:extLst>
          </p:cNvPr>
          <p:cNvCxnSpPr>
            <a:cxnSpLocks/>
            <a:stCxn id="7" idx="0"/>
            <a:endCxn id="9" idx="4"/>
          </p:cNvCxnSpPr>
          <p:nvPr/>
        </p:nvCxnSpPr>
        <p:spPr>
          <a:xfrm flipH="1" flipV="1">
            <a:off x="3036696" y="1270923"/>
            <a:ext cx="88753" cy="40063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0" name="직선 연결선[R] 139">
            <a:extLst>
              <a:ext uri="{FF2B5EF4-FFF2-40B4-BE49-F238E27FC236}">
                <a16:creationId xmlns:a16="http://schemas.microsoft.com/office/drawing/2014/main" id="{AD64C596-3255-2383-C0AF-17ECEDC94E42}"/>
              </a:ext>
            </a:extLst>
          </p:cNvPr>
          <p:cNvCxnSpPr>
            <a:cxnSpLocks/>
            <a:stCxn id="6" idx="4"/>
            <a:endCxn id="8" idx="0"/>
          </p:cNvCxnSpPr>
          <p:nvPr/>
        </p:nvCxnSpPr>
        <p:spPr>
          <a:xfrm flipH="1">
            <a:off x="2638046" y="1674923"/>
            <a:ext cx="41434" cy="22994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3" name="직선 연결선[R] 142">
            <a:extLst>
              <a:ext uri="{FF2B5EF4-FFF2-40B4-BE49-F238E27FC236}">
                <a16:creationId xmlns:a16="http://schemas.microsoft.com/office/drawing/2014/main" id="{6CC52EE0-44F4-FCA1-1CC4-78B3699D0FBD}"/>
              </a:ext>
            </a:extLst>
          </p:cNvPr>
          <p:cNvCxnSpPr>
            <a:cxnSpLocks/>
            <a:stCxn id="7" idx="3"/>
            <a:endCxn id="8" idx="6"/>
          </p:cNvCxnSpPr>
          <p:nvPr/>
        </p:nvCxnSpPr>
        <p:spPr>
          <a:xfrm flipH="1">
            <a:off x="2754226" y="1869890"/>
            <a:ext cx="289070" cy="15116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7" name="타원 146">
            <a:extLst>
              <a:ext uri="{FF2B5EF4-FFF2-40B4-BE49-F238E27FC236}">
                <a16:creationId xmlns:a16="http://schemas.microsoft.com/office/drawing/2014/main" id="{02F4D184-FF71-4FFE-A22D-62E8665C1BCE}"/>
              </a:ext>
            </a:extLst>
          </p:cNvPr>
          <p:cNvSpPr/>
          <p:nvPr/>
        </p:nvSpPr>
        <p:spPr>
          <a:xfrm>
            <a:off x="4882656" y="788536"/>
            <a:ext cx="232361" cy="232361"/>
          </a:xfrm>
          <a:prstGeom prst="ellipse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500" dirty="0">
                <a:latin typeface="NanumMyeongjo" panose="02000300000000000000" pitchFamily="2" charset="-127"/>
                <a:ea typeface="NanumMyeongjo" panose="02000300000000000000" pitchFamily="2" charset="-127"/>
              </a:rPr>
              <a:t>1</a:t>
            </a:r>
            <a:endParaRPr kumimoji="1" lang="ko-KR" altLang="en-US" sz="1500" dirty="0">
              <a:latin typeface="NanumMyeongjo" panose="02000300000000000000" pitchFamily="2" charset="-127"/>
              <a:ea typeface="NanumMyeongjo" panose="02000300000000000000" pitchFamily="2" charset="-127"/>
            </a:endParaRPr>
          </a:p>
        </p:txBody>
      </p:sp>
      <p:sp>
        <p:nvSpPr>
          <p:cNvPr id="148" name="타원 147">
            <a:extLst>
              <a:ext uri="{FF2B5EF4-FFF2-40B4-BE49-F238E27FC236}">
                <a16:creationId xmlns:a16="http://schemas.microsoft.com/office/drawing/2014/main" id="{1C164C7E-A34E-6736-D5B4-EFB50243546B}"/>
              </a:ext>
            </a:extLst>
          </p:cNvPr>
          <p:cNvSpPr/>
          <p:nvPr/>
        </p:nvSpPr>
        <p:spPr>
          <a:xfrm>
            <a:off x="5117929" y="1021897"/>
            <a:ext cx="232361" cy="232361"/>
          </a:xfrm>
          <a:prstGeom prst="ellipse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500" dirty="0">
                <a:latin typeface="NanumMyeongjo" panose="02000300000000000000" pitchFamily="2" charset="-127"/>
                <a:ea typeface="NanumMyeongjo" panose="02000300000000000000" pitchFamily="2" charset="-127"/>
              </a:rPr>
              <a:t>2</a:t>
            </a:r>
            <a:endParaRPr kumimoji="1" lang="ko-KR" altLang="en-US" sz="1500" dirty="0">
              <a:latin typeface="NanumMyeongjo" panose="02000300000000000000" pitchFamily="2" charset="-127"/>
              <a:ea typeface="NanumMyeongjo" panose="02000300000000000000" pitchFamily="2" charset="-127"/>
            </a:endParaRPr>
          </a:p>
        </p:txBody>
      </p:sp>
      <p:sp>
        <p:nvSpPr>
          <p:cNvPr id="149" name="타원 148">
            <a:extLst>
              <a:ext uri="{FF2B5EF4-FFF2-40B4-BE49-F238E27FC236}">
                <a16:creationId xmlns:a16="http://schemas.microsoft.com/office/drawing/2014/main" id="{F9C63D86-2072-2A58-4ABE-15C52115FEBA}"/>
              </a:ext>
            </a:extLst>
          </p:cNvPr>
          <p:cNvSpPr/>
          <p:nvPr/>
        </p:nvSpPr>
        <p:spPr>
          <a:xfrm>
            <a:off x="5234110" y="543700"/>
            <a:ext cx="232361" cy="232361"/>
          </a:xfrm>
          <a:prstGeom prst="ellipse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500" dirty="0">
                <a:latin typeface="NanumMyeongjo" panose="02000300000000000000" pitchFamily="2" charset="-127"/>
                <a:ea typeface="NanumMyeongjo" panose="02000300000000000000" pitchFamily="2" charset="-127"/>
              </a:rPr>
              <a:t>3</a:t>
            </a:r>
            <a:endParaRPr kumimoji="1" lang="ko-KR" altLang="en-US" sz="1500" dirty="0">
              <a:latin typeface="NanumMyeongjo" panose="02000300000000000000" pitchFamily="2" charset="-127"/>
              <a:ea typeface="NanumMyeongjo" panose="02000300000000000000" pitchFamily="2" charset="-127"/>
            </a:endParaRPr>
          </a:p>
        </p:txBody>
      </p:sp>
      <p:sp>
        <p:nvSpPr>
          <p:cNvPr id="150" name="타원 149">
            <a:extLst>
              <a:ext uri="{FF2B5EF4-FFF2-40B4-BE49-F238E27FC236}">
                <a16:creationId xmlns:a16="http://schemas.microsoft.com/office/drawing/2014/main" id="{8877B1EB-9F2E-D55B-D20C-6D18818C94F4}"/>
              </a:ext>
            </a:extLst>
          </p:cNvPr>
          <p:cNvSpPr/>
          <p:nvPr/>
        </p:nvSpPr>
        <p:spPr>
          <a:xfrm>
            <a:off x="5429784" y="788536"/>
            <a:ext cx="232361" cy="232361"/>
          </a:xfrm>
          <a:prstGeom prst="ellipse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500" dirty="0">
                <a:latin typeface="NanumMyeongjo" panose="02000300000000000000" pitchFamily="2" charset="-127"/>
                <a:ea typeface="NanumMyeongjo" panose="02000300000000000000" pitchFamily="2" charset="-127"/>
              </a:rPr>
              <a:t>4</a:t>
            </a:r>
            <a:endParaRPr kumimoji="1" lang="ko-KR" altLang="en-US" sz="1500" dirty="0">
              <a:latin typeface="NanumMyeongjo" panose="02000300000000000000" pitchFamily="2" charset="-127"/>
              <a:ea typeface="NanumMyeongjo" panose="02000300000000000000" pitchFamily="2" charset="-127"/>
            </a:endParaRPr>
          </a:p>
        </p:txBody>
      </p:sp>
      <p:cxnSp>
        <p:nvCxnSpPr>
          <p:cNvPr id="151" name="직선 연결선[R] 150">
            <a:extLst>
              <a:ext uri="{FF2B5EF4-FFF2-40B4-BE49-F238E27FC236}">
                <a16:creationId xmlns:a16="http://schemas.microsoft.com/office/drawing/2014/main" id="{3D2586AE-9B00-8BD4-7517-6F76F882032F}"/>
              </a:ext>
            </a:extLst>
          </p:cNvPr>
          <p:cNvCxnSpPr>
            <a:cxnSpLocks/>
            <a:stCxn id="149" idx="3"/>
            <a:endCxn id="147" idx="7"/>
          </p:cNvCxnSpPr>
          <p:nvPr/>
        </p:nvCxnSpPr>
        <p:spPr>
          <a:xfrm flipH="1">
            <a:off x="5080989" y="742033"/>
            <a:ext cx="187149" cy="8053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1" name="직선 연결선[R] 160">
            <a:extLst>
              <a:ext uri="{FF2B5EF4-FFF2-40B4-BE49-F238E27FC236}">
                <a16:creationId xmlns:a16="http://schemas.microsoft.com/office/drawing/2014/main" id="{F758047D-4424-60F1-A6F4-445D69F02D96}"/>
              </a:ext>
            </a:extLst>
          </p:cNvPr>
          <p:cNvCxnSpPr>
            <a:cxnSpLocks/>
            <a:stCxn id="150" idx="2"/>
            <a:endCxn id="147" idx="6"/>
          </p:cNvCxnSpPr>
          <p:nvPr/>
        </p:nvCxnSpPr>
        <p:spPr>
          <a:xfrm flipH="1">
            <a:off x="5115017" y="904717"/>
            <a:ext cx="314767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4" name="직선 연결선[R] 163">
            <a:extLst>
              <a:ext uri="{FF2B5EF4-FFF2-40B4-BE49-F238E27FC236}">
                <a16:creationId xmlns:a16="http://schemas.microsoft.com/office/drawing/2014/main" id="{51C1DFAE-4F10-1432-5640-55A09D7D7F31}"/>
              </a:ext>
            </a:extLst>
          </p:cNvPr>
          <p:cNvCxnSpPr>
            <a:cxnSpLocks/>
            <a:stCxn id="150" idx="4"/>
            <a:endCxn id="148" idx="6"/>
          </p:cNvCxnSpPr>
          <p:nvPr/>
        </p:nvCxnSpPr>
        <p:spPr>
          <a:xfrm flipH="1">
            <a:off x="5350290" y="1020897"/>
            <a:ext cx="195675" cy="11718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0" name="타원 169">
            <a:extLst>
              <a:ext uri="{FF2B5EF4-FFF2-40B4-BE49-F238E27FC236}">
                <a16:creationId xmlns:a16="http://schemas.microsoft.com/office/drawing/2014/main" id="{7BC50142-8DDA-045B-DAFC-3F64A0A48C34}"/>
              </a:ext>
            </a:extLst>
          </p:cNvPr>
          <p:cNvSpPr/>
          <p:nvPr/>
        </p:nvSpPr>
        <p:spPr>
          <a:xfrm>
            <a:off x="5080989" y="1837695"/>
            <a:ext cx="232361" cy="232361"/>
          </a:xfrm>
          <a:prstGeom prst="ellipse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500" dirty="0">
                <a:latin typeface="NanumMyeongjo" panose="02000300000000000000" pitchFamily="2" charset="-127"/>
                <a:ea typeface="NanumMyeongjo" panose="02000300000000000000" pitchFamily="2" charset="-127"/>
              </a:rPr>
              <a:t>3</a:t>
            </a:r>
            <a:endParaRPr kumimoji="1" lang="ko-KR" altLang="en-US" sz="1500" dirty="0">
              <a:latin typeface="NanumMyeongjo" panose="02000300000000000000" pitchFamily="2" charset="-127"/>
              <a:ea typeface="NanumMyeongjo" panose="02000300000000000000" pitchFamily="2" charset="-127"/>
            </a:endParaRPr>
          </a:p>
        </p:txBody>
      </p:sp>
      <p:sp>
        <p:nvSpPr>
          <p:cNvPr id="171" name="타원 170">
            <a:extLst>
              <a:ext uri="{FF2B5EF4-FFF2-40B4-BE49-F238E27FC236}">
                <a16:creationId xmlns:a16="http://schemas.microsoft.com/office/drawing/2014/main" id="{BEFA3FDF-19EA-EA42-94CE-A56AEC33EAA2}"/>
              </a:ext>
            </a:extLst>
          </p:cNvPr>
          <p:cNvSpPr/>
          <p:nvPr/>
        </p:nvSpPr>
        <p:spPr>
          <a:xfrm>
            <a:off x="5564661" y="2036909"/>
            <a:ext cx="232361" cy="232361"/>
          </a:xfrm>
          <a:prstGeom prst="ellipse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500" dirty="0">
                <a:latin typeface="NanumMyeongjo" panose="02000300000000000000" pitchFamily="2" charset="-127"/>
                <a:ea typeface="NanumMyeongjo" panose="02000300000000000000" pitchFamily="2" charset="-127"/>
              </a:rPr>
              <a:t>4</a:t>
            </a:r>
            <a:endParaRPr kumimoji="1" lang="ko-KR" altLang="en-US" sz="1500" dirty="0">
              <a:latin typeface="NanumMyeongjo" panose="02000300000000000000" pitchFamily="2" charset="-127"/>
              <a:ea typeface="NanumMyeongjo" panose="02000300000000000000" pitchFamily="2" charset="-127"/>
            </a:endParaRPr>
          </a:p>
        </p:txBody>
      </p:sp>
      <p:sp>
        <p:nvSpPr>
          <p:cNvPr id="172" name="타원 171">
            <a:extLst>
              <a:ext uri="{FF2B5EF4-FFF2-40B4-BE49-F238E27FC236}">
                <a16:creationId xmlns:a16="http://schemas.microsoft.com/office/drawing/2014/main" id="{4A1386E9-A7F9-DE9C-D8A4-1126A1214A8D}"/>
              </a:ext>
            </a:extLst>
          </p:cNvPr>
          <p:cNvSpPr/>
          <p:nvPr/>
        </p:nvSpPr>
        <p:spPr>
          <a:xfrm>
            <a:off x="4772428" y="2057087"/>
            <a:ext cx="232361" cy="232361"/>
          </a:xfrm>
          <a:prstGeom prst="ellipse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500" dirty="0">
                <a:latin typeface="NanumMyeongjo" panose="02000300000000000000" pitchFamily="2" charset="-127"/>
                <a:ea typeface="NanumMyeongjo" panose="02000300000000000000" pitchFamily="2" charset="-127"/>
              </a:rPr>
              <a:t>1</a:t>
            </a:r>
            <a:endParaRPr kumimoji="1" lang="ko-KR" altLang="en-US" sz="1500" dirty="0">
              <a:latin typeface="NanumMyeongjo" panose="02000300000000000000" pitchFamily="2" charset="-127"/>
              <a:ea typeface="NanumMyeongjo" panose="02000300000000000000" pitchFamily="2" charset="-127"/>
            </a:endParaRPr>
          </a:p>
        </p:txBody>
      </p:sp>
      <p:sp>
        <p:nvSpPr>
          <p:cNvPr id="173" name="타원 172">
            <a:extLst>
              <a:ext uri="{FF2B5EF4-FFF2-40B4-BE49-F238E27FC236}">
                <a16:creationId xmlns:a16="http://schemas.microsoft.com/office/drawing/2014/main" id="{65B0B820-7217-85CA-269D-8C23EDF79FFB}"/>
              </a:ext>
            </a:extLst>
          </p:cNvPr>
          <p:cNvSpPr/>
          <p:nvPr/>
        </p:nvSpPr>
        <p:spPr>
          <a:xfrm>
            <a:off x="5414652" y="1549876"/>
            <a:ext cx="232361" cy="232361"/>
          </a:xfrm>
          <a:prstGeom prst="ellipse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500" dirty="0">
                <a:latin typeface="NanumMyeongjo" panose="02000300000000000000" pitchFamily="2" charset="-127"/>
                <a:ea typeface="NanumMyeongjo" panose="02000300000000000000" pitchFamily="2" charset="-127"/>
              </a:rPr>
              <a:t>2</a:t>
            </a:r>
            <a:endParaRPr kumimoji="1" lang="ko-KR" altLang="en-US" sz="1500" dirty="0">
              <a:latin typeface="NanumMyeongjo" panose="02000300000000000000" pitchFamily="2" charset="-127"/>
              <a:ea typeface="NanumMyeongjo" panose="02000300000000000000" pitchFamily="2" charset="-127"/>
            </a:endParaRPr>
          </a:p>
        </p:txBody>
      </p:sp>
      <p:sp>
        <p:nvSpPr>
          <p:cNvPr id="174" name="타원 173">
            <a:extLst>
              <a:ext uri="{FF2B5EF4-FFF2-40B4-BE49-F238E27FC236}">
                <a16:creationId xmlns:a16="http://schemas.microsoft.com/office/drawing/2014/main" id="{B46EC048-3275-FCD1-1703-E20D2FE23359}"/>
              </a:ext>
            </a:extLst>
          </p:cNvPr>
          <p:cNvSpPr/>
          <p:nvPr/>
        </p:nvSpPr>
        <p:spPr>
          <a:xfrm>
            <a:off x="4878625" y="1540371"/>
            <a:ext cx="232361" cy="232361"/>
          </a:xfrm>
          <a:prstGeom prst="ellipse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500" dirty="0">
                <a:latin typeface="NanumMyeongjo" panose="02000300000000000000" pitchFamily="2" charset="-127"/>
                <a:ea typeface="NanumMyeongjo" panose="02000300000000000000" pitchFamily="2" charset="-127"/>
              </a:rPr>
              <a:t>3</a:t>
            </a:r>
            <a:endParaRPr kumimoji="1" lang="ko-KR" altLang="en-US" sz="1500" dirty="0">
              <a:latin typeface="NanumMyeongjo" panose="02000300000000000000" pitchFamily="2" charset="-127"/>
              <a:ea typeface="NanumMyeongjo" panose="02000300000000000000" pitchFamily="2" charset="-127"/>
            </a:endParaRPr>
          </a:p>
        </p:txBody>
      </p:sp>
      <p:cxnSp>
        <p:nvCxnSpPr>
          <p:cNvPr id="175" name="직선 연결선[R] 174">
            <a:extLst>
              <a:ext uri="{FF2B5EF4-FFF2-40B4-BE49-F238E27FC236}">
                <a16:creationId xmlns:a16="http://schemas.microsoft.com/office/drawing/2014/main" id="{194204F6-593A-2075-F79B-D7CA0DD6533E}"/>
              </a:ext>
            </a:extLst>
          </p:cNvPr>
          <p:cNvCxnSpPr>
            <a:cxnSpLocks/>
            <a:stCxn id="174" idx="5"/>
            <a:endCxn id="170" idx="0"/>
          </p:cNvCxnSpPr>
          <p:nvPr/>
        </p:nvCxnSpPr>
        <p:spPr>
          <a:xfrm>
            <a:off x="5076958" y="1738704"/>
            <a:ext cx="120212" cy="9899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8" name="직선 연결선[R] 177">
            <a:extLst>
              <a:ext uri="{FF2B5EF4-FFF2-40B4-BE49-F238E27FC236}">
                <a16:creationId xmlns:a16="http://schemas.microsoft.com/office/drawing/2014/main" id="{2A63A799-4768-4F72-EDFA-94F752C258BA}"/>
              </a:ext>
            </a:extLst>
          </p:cNvPr>
          <p:cNvCxnSpPr>
            <a:cxnSpLocks/>
            <a:stCxn id="173" idx="4"/>
            <a:endCxn id="171" idx="0"/>
          </p:cNvCxnSpPr>
          <p:nvPr/>
        </p:nvCxnSpPr>
        <p:spPr>
          <a:xfrm>
            <a:off x="5530833" y="1782237"/>
            <a:ext cx="150009" cy="25467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1" name="직선 연결선[R] 180">
            <a:extLst>
              <a:ext uri="{FF2B5EF4-FFF2-40B4-BE49-F238E27FC236}">
                <a16:creationId xmlns:a16="http://schemas.microsoft.com/office/drawing/2014/main" id="{075CB9CC-0E97-4B38-3DCD-A9D07CE1041A}"/>
              </a:ext>
            </a:extLst>
          </p:cNvPr>
          <p:cNvCxnSpPr>
            <a:cxnSpLocks/>
            <a:stCxn id="173" idx="3"/>
            <a:endCxn id="170" idx="7"/>
          </p:cNvCxnSpPr>
          <p:nvPr/>
        </p:nvCxnSpPr>
        <p:spPr>
          <a:xfrm flipH="1">
            <a:off x="5279322" y="1748209"/>
            <a:ext cx="169358" cy="12351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8" name="직선 연결선[R] 187">
            <a:extLst>
              <a:ext uri="{FF2B5EF4-FFF2-40B4-BE49-F238E27FC236}">
                <a16:creationId xmlns:a16="http://schemas.microsoft.com/office/drawing/2014/main" id="{289A0905-7222-AA24-BF8B-9EE204CD2AF1}"/>
              </a:ext>
            </a:extLst>
          </p:cNvPr>
          <p:cNvCxnSpPr>
            <a:cxnSpLocks/>
            <a:stCxn id="171" idx="2"/>
            <a:endCxn id="172" idx="6"/>
          </p:cNvCxnSpPr>
          <p:nvPr/>
        </p:nvCxnSpPr>
        <p:spPr>
          <a:xfrm flipH="1">
            <a:off x="5004789" y="2153090"/>
            <a:ext cx="559872" cy="2017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1" name="직선 연결선[R] 190">
            <a:extLst>
              <a:ext uri="{FF2B5EF4-FFF2-40B4-BE49-F238E27FC236}">
                <a16:creationId xmlns:a16="http://schemas.microsoft.com/office/drawing/2014/main" id="{869AF6DD-D271-526E-21A7-475EFAF104C6}"/>
              </a:ext>
            </a:extLst>
          </p:cNvPr>
          <p:cNvCxnSpPr>
            <a:cxnSpLocks/>
            <a:stCxn id="170" idx="3"/>
            <a:endCxn id="172" idx="7"/>
          </p:cNvCxnSpPr>
          <p:nvPr/>
        </p:nvCxnSpPr>
        <p:spPr>
          <a:xfrm flipH="1">
            <a:off x="4970761" y="2036028"/>
            <a:ext cx="144256" cy="5508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94" name="오른쪽 화살표[R] 193">
            <a:extLst>
              <a:ext uri="{FF2B5EF4-FFF2-40B4-BE49-F238E27FC236}">
                <a16:creationId xmlns:a16="http://schemas.microsoft.com/office/drawing/2014/main" id="{8CB23C49-3F59-0C59-94A3-45C63C6ADE70}"/>
              </a:ext>
            </a:extLst>
          </p:cNvPr>
          <p:cNvSpPr/>
          <p:nvPr/>
        </p:nvSpPr>
        <p:spPr>
          <a:xfrm>
            <a:off x="8003187" y="744593"/>
            <a:ext cx="1542093" cy="305452"/>
          </a:xfrm>
          <a:prstGeom prst="rightArrow">
            <a:avLst/>
          </a:prstGeom>
          <a:ln>
            <a:solidFill>
              <a:schemeClr val="tx1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>
              <a:latin typeface="NanumMyeongjo" panose="02000300000000000000" pitchFamily="2" charset="-127"/>
              <a:ea typeface="NanumMyeongjo" panose="02000300000000000000" pitchFamily="2" charset="-127"/>
            </a:endParaRPr>
          </a:p>
        </p:txBody>
      </p:sp>
      <p:sp>
        <p:nvSpPr>
          <p:cNvPr id="195" name="오른쪽 화살표[R] 194">
            <a:extLst>
              <a:ext uri="{FF2B5EF4-FFF2-40B4-BE49-F238E27FC236}">
                <a16:creationId xmlns:a16="http://schemas.microsoft.com/office/drawing/2014/main" id="{0DEAE3F3-D7BD-30D0-8E94-C40385A33101}"/>
              </a:ext>
            </a:extLst>
          </p:cNvPr>
          <p:cNvSpPr/>
          <p:nvPr/>
        </p:nvSpPr>
        <p:spPr>
          <a:xfrm>
            <a:off x="8003187" y="1759167"/>
            <a:ext cx="1550767" cy="305452"/>
          </a:xfrm>
          <a:prstGeom prst="rightArrow">
            <a:avLst/>
          </a:prstGeom>
          <a:ln>
            <a:solidFill>
              <a:schemeClr val="tx1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>
              <a:latin typeface="NanumMyeongjo" panose="02000300000000000000" pitchFamily="2" charset="-127"/>
              <a:ea typeface="NanumMyeongjo" panose="02000300000000000000" pitchFamily="2" charset="-127"/>
            </a:endParaRPr>
          </a:p>
        </p:txBody>
      </p:sp>
      <p:sp>
        <p:nvSpPr>
          <p:cNvPr id="196" name="오른쪽 화살표[R] 195">
            <a:extLst>
              <a:ext uri="{FF2B5EF4-FFF2-40B4-BE49-F238E27FC236}">
                <a16:creationId xmlns:a16="http://schemas.microsoft.com/office/drawing/2014/main" id="{84812F37-8A85-A433-CDBD-642E74DC871A}"/>
              </a:ext>
            </a:extLst>
          </p:cNvPr>
          <p:cNvSpPr/>
          <p:nvPr/>
        </p:nvSpPr>
        <p:spPr>
          <a:xfrm>
            <a:off x="6896517" y="2583744"/>
            <a:ext cx="2657434" cy="305452"/>
          </a:xfrm>
          <a:prstGeom prst="rightArrow">
            <a:avLst/>
          </a:prstGeom>
          <a:ln>
            <a:solidFill>
              <a:schemeClr val="tx1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>
              <a:latin typeface="NanumMyeongjo" panose="02000300000000000000" pitchFamily="2" charset="-127"/>
              <a:ea typeface="NanumMyeongjo" panose="02000300000000000000" pitchFamily="2" charset="-127"/>
            </a:endParaRPr>
          </a:p>
        </p:txBody>
      </p:sp>
      <p:sp>
        <p:nvSpPr>
          <p:cNvPr id="197" name="오른쪽 화살표[R] 196">
            <a:extLst>
              <a:ext uri="{FF2B5EF4-FFF2-40B4-BE49-F238E27FC236}">
                <a16:creationId xmlns:a16="http://schemas.microsoft.com/office/drawing/2014/main" id="{7AF5EB94-A12E-7E5C-6013-DC6FE66BBDC9}"/>
              </a:ext>
            </a:extLst>
          </p:cNvPr>
          <p:cNvSpPr/>
          <p:nvPr/>
        </p:nvSpPr>
        <p:spPr>
          <a:xfrm>
            <a:off x="6916355" y="3296890"/>
            <a:ext cx="2637596" cy="305452"/>
          </a:xfrm>
          <a:prstGeom prst="rightArrow">
            <a:avLst/>
          </a:prstGeom>
          <a:ln>
            <a:solidFill>
              <a:schemeClr val="tx1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>
              <a:latin typeface="NanumMyeongjo" panose="02000300000000000000" pitchFamily="2" charset="-127"/>
              <a:ea typeface="NanumMyeongjo" panose="02000300000000000000" pitchFamily="2" charset="-127"/>
            </a:endParaRPr>
          </a:p>
        </p:txBody>
      </p:sp>
      <p:cxnSp>
        <p:nvCxnSpPr>
          <p:cNvPr id="201" name="직선 연결선[R] 200">
            <a:extLst>
              <a:ext uri="{FF2B5EF4-FFF2-40B4-BE49-F238E27FC236}">
                <a16:creationId xmlns:a16="http://schemas.microsoft.com/office/drawing/2014/main" id="{596FAE17-989A-2F2A-B645-CA3E850F14FC}"/>
              </a:ext>
            </a:extLst>
          </p:cNvPr>
          <p:cNvCxnSpPr>
            <a:cxnSpLocks/>
          </p:cNvCxnSpPr>
          <p:nvPr/>
        </p:nvCxnSpPr>
        <p:spPr>
          <a:xfrm>
            <a:off x="9289831" y="387871"/>
            <a:ext cx="0" cy="3527677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596639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블랙, 어둠이(가) 표시된 사진&#10;&#10;자동 생성된 설명">
            <a:extLst>
              <a:ext uri="{FF2B5EF4-FFF2-40B4-BE49-F238E27FC236}">
                <a16:creationId xmlns:a16="http://schemas.microsoft.com/office/drawing/2014/main" id="{451BED3C-A03C-79AC-A135-2F5F79A539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639" y="1260544"/>
            <a:ext cx="655200" cy="655200"/>
          </a:xfrm>
          <a:prstGeom prst="rect">
            <a:avLst/>
          </a:prstGeom>
        </p:spPr>
      </p:pic>
      <p:pic>
        <p:nvPicPr>
          <p:cNvPr id="8" name="그림 7" descr="블랙, 어둠이(가) 표시된 사진&#10;&#10;자동 생성된 설명">
            <a:extLst>
              <a:ext uri="{FF2B5EF4-FFF2-40B4-BE49-F238E27FC236}">
                <a16:creationId xmlns:a16="http://schemas.microsoft.com/office/drawing/2014/main" id="{196B09E0-9A11-1A05-B215-5814D79252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56596" y="1245543"/>
            <a:ext cx="655200" cy="655200"/>
          </a:xfrm>
          <a:prstGeom prst="rect">
            <a:avLst/>
          </a:prstGeom>
        </p:spPr>
      </p:pic>
      <p:pic>
        <p:nvPicPr>
          <p:cNvPr id="10" name="그림 9" descr="블랙, 어둠이(가) 표시된 사진&#10;&#10;자동 생성된 설명">
            <a:extLst>
              <a:ext uri="{FF2B5EF4-FFF2-40B4-BE49-F238E27FC236}">
                <a16:creationId xmlns:a16="http://schemas.microsoft.com/office/drawing/2014/main" id="{04C200B9-DA44-3EB2-2F73-419E03D3F25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41793" y="2152531"/>
            <a:ext cx="655200" cy="655200"/>
          </a:xfrm>
          <a:prstGeom prst="rect">
            <a:avLst/>
          </a:prstGeom>
        </p:spPr>
      </p:pic>
      <p:pic>
        <p:nvPicPr>
          <p:cNvPr id="12" name="그림 11" descr="블랙, 어둠이(가) 표시된 사진&#10;&#10;자동 생성된 설명">
            <a:extLst>
              <a:ext uri="{FF2B5EF4-FFF2-40B4-BE49-F238E27FC236}">
                <a16:creationId xmlns:a16="http://schemas.microsoft.com/office/drawing/2014/main" id="{8B7FCD2F-D9C4-1FE4-F4AF-C72B29B5A97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20537" y="2888687"/>
            <a:ext cx="655200" cy="655200"/>
          </a:xfrm>
          <a:prstGeom prst="rect">
            <a:avLst/>
          </a:prstGeom>
        </p:spPr>
      </p:pic>
      <p:pic>
        <p:nvPicPr>
          <p:cNvPr id="14" name="그림 13" descr="블랙, 어둠이(가) 표시된 사진&#10;&#10;자동 생성된 설명">
            <a:extLst>
              <a:ext uri="{FF2B5EF4-FFF2-40B4-BE49-F238E27FC236}">
                <a16:creationId xmlns:a16="http://schemas.microsoft.com/office/drawing/2014/main" id="{E7A72751-8ABF-8F13-73AB-9FC84C3A073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20537" y="1420623"/>
            <a:ext cx="655200" cy="655200"/>
          </a:xfrm>
          <a:prstGeom prst="rect">
            <a:avLst/>
          </a:prstGeom>
        </p:spPr>
      </p:pic>
      <p:pic>
        <p:nvPicPr>
          <p:cNvPr id="17" name="그림 16" descr="블랙, 어둠이(가) 표시된 사진&#10;&#10;자동 생성된 설명">
            <a:extLst>
              <a:ext uri="{FF2B5EF4-FFF2-40B4-BE49-F238E27FC236}">
                <a16:creationId xmlns:a16="http://schemas.microsoft.com/office/drawing/2014/main" id="{A7E64CA1-CEE9-D58C-937A-E4BF7A2E94A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28639" y="2888687"/>
            <a:ext cx="655200" cy="655200"/>
          </a:xfrm>
          <a:prstGeom prst="rect">
            <a:avLst/>
          </a:prstGeom>
        </p:spPr>
      </p:pic>
      <p:pic>
        <p:nvPicPr>
          <p:cNvPr id="18" name="그림 17" descr="블랙, 어둠이(가) 표시된 사진&#10;&#10;자동 생성된 설명">
            <a:extLst>
              <a:ext uri="{FF2B5EF4-FFF2-40B4-BE49-F238E27FC236}">
                <a16:creationId xmlns:a16="http://schemas.microsoft.com/office/drawing/2014/main" id="{26456EF6-3E5F-E7C7-84DC-1E934A5768D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62776" y="3062564"/>
            <a:ext cx="655200" cy="655200"/>
          </a:xfrm>
          <a:prstGeom prst="rect">
            <a:avLst/>
          </a:prstGeom>
        </p:spPr>
      </p:pic>
      <p:pic>
        <p:nvPicPr>
          <p:cNvPr id="19" name="그림 18" descr="블랙, 어둠이(가) 표시된 사진&#10;&#10;자동 생성된 설명">
            <a:extLst>
              <a:ext uri="{FF2B5EF4-FFF2-40B4-BE49-F238E27FC236}">
                <a16:creationId xmlns:a16="http://schemas.microsoft.com/office/drawing/2014/main" id="{4643557D-DFA1-28CD-44CD-AF3C54F489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1938" y="2171522"/>
            <a:ext cx="655200" cy="655200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29596662-C693-7208-7905-76E6B1075296}"/>
              </a:ext>
            </a:extLst>
          </p:cNvPr>
          <p:cNvSpPr txBox="1"/>
          <p:nvPr/>
        </p:nvSpPr>
        <p:spPr>
          <a:xfrm>
            <a:off x="1028639" y="3543887"/>
            <a:ext cx="68480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ko-KR" altLang="en-US" sz="1000" dirty="0"/>
              <a:t>사용자 </a:t>
            </a:r>
            <a:r>
              <a:rPr kumimoji="1" lang="en-US" altLang="ko-KR" sz="1000" dirty="0"/>
              <a:t>2</a:t>
            </a:r>
            <a:endParaRPr kumimoji="1" lang="ko-KR" altLang="en-US" sz="10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46CF72B-A138-E450-9B07-6E276051C537}"/>
              </a:ext>
            </a:extLst>
          </p:cNvPr>
          <p:cNvSpPr txBox="1"/>
          <p:nvPr/>
        </p:nvSpPr>
        <p:spPr>
          <a:xfrm>
            <a:off x="1013836" y="1915445"/>
            <a:ext cx="68480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ko-KR" altLang="en-US" sz="1000" dirty="0"/>
              <a:t>사용자 </a:t>
            </a:r>
            <a:r>
              <a:rPr kumimoji="1" lang="en-US" altLang="ko-KR" sz="1000" dirty="0"/>
              <a:t>1</a:t>
            </a:r>
            <a:endParaRPr kumimoji="1" lang="ko-KR" altLang="en-US" sz="10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49D5A5D-3F6C-C505-62D6-B74BF0CA0D66}"/>
              </a:ext>
            </a:extLst>
          </p:cNvPr>
          <p:cNvSpPr txBox="1"/>
          <p:nvPr/>
        </p:nvSpPr>
        <p:spPr>
          <a:xfrm>
            <a:off x="1135664" y="2402066"/>
            <a:ext cx="44114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ko-KR" altLang="en-US" sz="1000" dirty="0"/>
              <a:t>유사</a:t>
            </a:r>
          </a:p>
        </p:txBody>
      </p:sp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82CB9070-36A6-CE15-1BF2-9FE3B8C3565E}"/>
              </a:ext>
            </a:extLst>
          </p:cNvPr>
          <p:cNvCxnSpPr>
            <a:cxnSpLocks/>
            <a:stCxn id="22" idx="0"/>
            <a:endCxn id="21" idx="2"/>
          </p:cNvCxnSpPr>
          <p:nvPr/>
        </p:nvCxnSpPr>
        <p:spPr>
          <a:xfrm flipV="1">
            <a:off x="1356237" y="2161666"/>
            <a:ext cx="1" cy="240400"/>
          </a:xfrm>
          <a:prstGeom prst="straightConnector1">
            <a:avLst/>
          </a:prstGeom>
          <a:ln w="63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직선 화살표 연결선 38">
            <a:extLst>
              <a:ext uri="{FF2B5EF4-FFF2-40B4-BE49-F238E27FC236}">
                <a16:creationId xmlns:a16="http://schemas.microsoft.com/office/drawing/2014/main" id="{A09ABC4F-98E3-16BC-099F-DC3459584359}"/>
              </a:ext>
            </a:extLst>
          </p:cNvPr>
          <p:cNvCxnSpPr>
            <a:cxnSpLocks/>
          </p:cNvCxnSpPr>
          <p:nvPr/>
        </p:nvCxnSpPr>
        <p:spPr>
          <a:xfrm>
            <a:off x="1356237" y="2608921"/>
            <a:ext cx="0" cy="241200"/>
          </a:xfrm>
          <a:prstGeom prst="straightConnector1">
            <a:avLst/>
          </a:prstGeom>
          <a:ln w="63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직선 화살표 연결선 41">
            <a:extLst>
              <a:ext uri="{FF2B5EF4-FFF2-40B4-BE49-F238E27FC236}">
                <a16:creationId xmlns:a16="http://schemas.microsoft.com/office/drawing/2014/main" id="{A5F6E4F9-764D-5FBB-5506-1D2A74C1BBAC}"/>
              </a:ext>
            </a:extLst>
          </p:cNvPr>
          <p:cNvCxnSpPr>
            <a:cxnSpLocks/>
            <a:stCxn id="4" idx="3"/>
            <a:endCxn id="8" idx="1"/>
          </p:cNvCxnSpPr>
          <p:nvPr/>
        </p:nvCxnSpPr>
        <p:spPr>
          <a:xfrm flipV="1">
            <a:off x="1683839" y="1573143"/>
            <a:ext cx="1772757" cy="15001"/>
          </a:xfrm>
          <a:prstGeom prst="straightConnector1">
            <a:avLst/>
          </a:prstGeom>
          <a:ln w="63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직선 화살표 연결선 44">
            <a:extLst>
              <a:ext uri="{FF2B5EF4-FFF2-40B4-BE49-F238E27FC236}">
                <a16:creationId xmlns:a16="http://schemas.microsoft.com/office/drawing/2014/main" id="{A11BD539-BC27-8C66-51F1-53A315D757E0}"/>
              </a:ext>
            </a:extLst>
          </p:cNvPr>
          <p:cNvCxnSpPr>
            <a:cxnSpLocks/>
            <a:stCxn id="4" idx="3"/>
            <a:endCxn id="10" idx="1"/>
          </p:cNvCxnSpPr>
          <p:nvPr/>
        </p:nvCxnSpPr>
        <p:spPr>
          <a:xfrm>
            <a:off x="1683839" y="1588144"/>
            <a:ext cx="1757954" cy="891987"/>
          </a:xfrm>
          <a:prstGeom prst="straightConnector1">
            <a:avLst/>
          </a:prstGeom>
          <a:ln w="63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직선 화살표 연결선 47">
            <a:extLst>
              <a:ext uri="{FF2B5EF4-FFF2-40B4-BE49-F238E27FC236}">
                <a16:creationId xmlns:a16="http://schemas.microsoft.com/office/drawing/2014/main" id="{203766E2-AEF5-D98B-8B03-97E35CD6CE8C}"/>
              </a:ext>
            </a:extLst>
          </p:cNvPr>
          <p:cNvCxnSpPr>
            <a:cxnSpLocks/>
            <a:stCxn id="4" idx="3"/>
            <a:endCxn id="18" idx="1"/>
          </p:cNvCxnSpPr>
          <p:nvPr/>
        </p:nvCxnSpPr>
        <p:spPr>
          <a:xfrm>
            <a:off x="1683839" y="1588144"/>
            <a:ext cx="1778937" cy="1802020"/>
          </a:xfrm>
          <a:prstGeom prst="straightConnector1">
            <a:avLst/>
          </a:prstGeom>
          <a:ln w="63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직선 화살표 연결선 50">
            <a:extLst>
              <a:ext uri="{FF2B5EF4-FFF2-40B4-BE49-F238E27FC236}">
                <a16:creationId xmlns:a16="http://schemas.microsoft.com/office/drawing/2014/main" id="{2188DC53-571E-3256-1B5F-946C50086B9F}"/>
              </a:ext>
            </a:extLst>
          </p:cNvPr>
          <p:cNvCxnSpPr>
            <a:cxnSpLocks/>
            <a:stCxn id="17" idx="3"/>
            <a:endCxn id="8" idx="1"/>
          </p:cNvCxnSpPr>
          <p:nvPr/>
        </p:nvCxnSpPr>
        <p:spPr>
          <a:xfrm flipV="1">
            <a:off x="1683839" y="1573143"/>
            <a:ext cx="1772757" cy="1643144"/>
          </a:xfrm>
          <a:prstGeom prst="straightConnector1">
            <a:avLst/>
          </a:prstGeom>
          <a:ln w="63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직선 화살표 연결선 53">
            <a:extLst>
              <a:ext uri="{FF2B5EF4-FFF2-40B4-BE49-F238E27FC236}">
                <a16:creationId xmlns:a16="http://schemas.microsoft.com/office/drawing/2014/main" id="{E522117B-C28F-C493-FEB1-B62788446ED8}"/>
              </a:ext>
            </a:extLst>
          </p:cNvPr>
          <p:cNvCxnSpPr>
            <a:cxnSpLocks/>
            <a:stCxn id="17" idx="3"/>
            <a:endCxn id="10" idx="1"/>
          </p:cNvCxnSpPr>
          <p:nvPr/>
        </p:nvCxnSpPr>
        <p:spPr>
          <a:xfrm flipV="1">
            <a:off x="1683839" y="2480131"/>
            <a:ext cx="1757954" cy="736156"/>
          </a:xfrm>
          <a:prstGeom prst="straightConnector1">
            <a:avLst/>
          </a:prstGeom>
          <a:ln w="63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직선 화살표 연결선 56">
            <a:extLst>
              <a:ext uri="{FF2B5EF4-FFF2-40B4-BE49-F238E27FC236}">
                <a16:creationId xmlns:a16="http://schemas.microsoft.com/office/drawing/2014/main" id="{AF84A0AB-8C2B-B626-2FFB-4CC798FE385E}"/>
              </a:ext>
            </a:extLst>
          </p:cNvPr>
          <p:cNvCxnSpPr>
            <a:cxnSpLocks/>
            <a:stCxn id="18" idx="1"/>
            <a:endCxn id="17" idx="3"/>
          </p:cNvCxnSpPr>
          <p:nvPr/>
        </p:nvCxnSpPr>
        <p:spPr>
          <a:xfrm flipH="1" flipV="1">
            <a:off x="1683839" y="3216287"/>
            <a:ext cx="1778937" cy="173877"/>
          </a:xfrm>
          <a:prstGeom prst="straightConnector1">
            <a:avLst/>
          </a:prstGeom>
          <a:ln w="6350">
            <a:solidFill>
              <a:schemeClr val="tx1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F2F0C9E9-D05D-B213-8AC6-8E6255C59342}"/>
              </a:ext>
            </a:extLst>
          </p:cNvPr>
          <p:cNvSpPr txBox="1"/>
          <p:nvPr/>
        </p:nvSpPr>
        <p:spPr>
          <a:xfrm rot="355368">
            <a:off x="2375886" y="3305889"/>
            <a:ext cx="44114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ko-KR" altLang="en-US" sz="1000" dirty="0"/>
              <a:t>추천</a:t>
            </a:r>
          </a:p>
        </p:txBody>
      </p:sp>
      <p:cxnSp>
        <p:nvCxnSpPr>
          <p:cNvPr id="61" name="직선 화살표 연결선 60">
            <a:extLst>
              <a:ext uri="{FF2B5EF4-FFF2-40B4-BE49-F238E27FC236}">
                <a16:creationId xmlns:a16="http://schemas.microsoft.com/office/drawing/2014/main" id="{C3F7536B-BA08-B5EC-B243-B0834D3C3DD0}"/>
              </a:ext>
            </a:extLst>
          </p:cNvPr>
          <p:cNvCxnSpPr>
            <a:cxnSpLocks/>
            <a:stCxn id="19" idx="3"/>
            <a:endCxn id="14" idx="1"/>
          </p:cNvCxnSpPr>
          <p:nvPr/>
        </p:nvCxnSpPr>
        <p:spPr>
          <a:xfrm flipV="1">
            <a:off x="5417138" y="1748223"/>
            <a:ext cx="1003399" cy="750899"/>
          </a:xfrm>
          <a:prstGeom prst="straightConnector1">
            <a:avLst/>
          </a:prstGeom>
          <a:ln w="63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TextBox 63">
            <a:extLst>
              <a:ext uri="{FF2B5EF4-FFF2-40B4-BE49-F238E27FC236}">
                <a16:creationId xmlns:a16="http://schemas.microsoft.com/office/drawing/2014/main" id="{F7BC9338-086F-A596-627E-AA8CC5F7742C}"/>
              </a:ext>
            </a:extLst>
          </p:cNvPr>
          <p:cNvSpPr txBox="1"/>
          <p:nvPr/>
        </p:nvSpPr>
        <p:spPr>
          <a:xfrm>
            <a:off x="6475060" y="2376011"/>
            <a:ext cx="44114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ko-KR" altLang="en-US" sz="1000" dirty="0"/>
              <a:t>유사</a:t>
            </a:r>
          </a:p>
        </p:txBody>
      </p:sp>
      <p:cxnSp>
        <p:nvCxnSpPr>
          <p:cNvPr id="65" name="직선 화살표 연결선 64">
            <a:extLst>
              <a:ext uri="{FF2B5EF4-FFF2-40B4-BE49-F238E27FC236}">
                <a16:creationId xmlns:a16="http://schemas.microsoft.com/office/drawing/2014/main" id="{47DD3F84-1A5C-0C7A-F461-3B388C17C04E}"/>
              </a:ext>
            </a:extLst>
          </p:cNvPr>
          <p:cNvCxnSpPr>
            <a:cxnSpLocks/>
            <a:stCxn id="64" idx="0"/>
          </p:cNvCxnSpPr>
          <p:nvPr/>
        </p:nvCxnSpPr>
        <p:spPr>
          <a:xfrm flipV="1">
            <a:off x="6695633" y="2135611"/>
            <a:ext cx="1" cy="240400"/>
          </a:xfrm>
          <a:prstGeom prst="straightConnector1">
            <a:avLst/>
          </a:prstGeom>
          <a:ln w="63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직선 화살표 연결선 65">
            <a:extLst>
              <a:ext uri="{FF2B5EF4-FFF2-40B4-BE49-F238E27FC236}">
                <a16:creationId xmlns:a16="http://schemas.microsoft.com/office/drawing/2014/main" id="{94932507-BE12-F047-EF69-06983148BBE9}"/>
              </a:ext>
            </a:extLst>
          </p:cNvPr>
          <p:cNvCxnSpPr>
            <a:cxnSpLocks/>
          </p:cNvCxnSpPr>
          <p:nvPr/>
        </p:nvCxnSpPr>
        <p:spPr>
          <a:xfrm>
            <a:off x="6695633" y="2582866"/>
            <a:ext cx="0" cy="241200"/>
          </a:xfrm>
          <a:prstGeom prst="straightConnector1">
            <a:avLst/>
          </a:prstGeom>
          <a:ln w="63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직선 화살표 연결선 66">
            <a:extLst>
              <a:ext uri="{FF2B5EF4-FFF2-40B4-BE49-F238E27FC236}">
                <a16:creationId xmlns:a16="http://schemas.microsoft.com/office/drawing/2014/main" id="{EB2AF67A-E324-5141-92A7-45877B46B0BA}"/>
              </a:ext>
            </a:extLst>
          </p:cNvPr>
          <p:cNvCxnSpPr>
            <a:cxnSpLocks/>
            <a:stCxn id="12" idx="1"/>
            <a:endCxn id="19" idx="3"/>
          </p:cNvCxnSpPr>
          <p:nvPr/>
        </p:nvCxnSpPr>
        <p:spPr>
          <a:xfrm flipH="1" flipV="1">
            <a:off x="5417138" y="2499122"/>
            <a:ext cx="1003399" cy="717165"/>
          </a:xfrm>
          <a:prstGeom prst="straightConnector1">
            <a:avLst/>
          </a:prstGeom>
          <a:ln w="6350">
            <a:solidFill>
              <a:schemeClr val="tx1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TextBox 67">
            <a:extLst>
              <a:ext uri="{FF2B5EF4-FFF2-40B4-BE49-F238E27FC236}">
                <a16:creationId xmlns:a16="http://schemas.microsoft.com/office/drawing/2014/main" id="{9B9F5C6A-D1EA-EECD-7931-98E6937AB896}"/>
              </a:ext>
            </a:extLst>
          </p:cNvPr>
          <p:cNvSpPr txBox="1"/>
          <p:nvPr/>
        </p:nvSpPr>
        <p:spPr>
          <a:xfrm rot="2094436">
            <a:off x="5674163" y="2872625"/>
            <a:ext cx="44114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ko-KR" altLang="en-US" sz="1000" dirty="0"/>
              <a:t>추천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776FA258-E779-A4CB-6E82-8E02B4EBCB94}"/>
              </a:ext>
            </a:extLst>
          </p:cNvPr>
          <p:cNvSpPr txBox="1"/>
          <p:nvPr/>
        </p:nvSpPr>
        <p:spPr>
          <a:xfrm>
            <a:off x="1761955" y="3790108"/>
            <a:ext cx="160172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ko-KR" altLang="en-US" sz="1000" dirty="0"/>
              <a:t>사용자 기반 협업 필터링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21B6C0FC-D820-3C01-9720-DEE417078697}"/>
              </a:ext>
            </a:extLst>
          </p:cNvPr>
          <p:cNvSpPr txBox="1"/>
          <p:nvPr/>
        </p:nvSpPr>
        <p:spPr>
          <a:xfrm>
            <a:off x="5117976" y="3789563"/>
            <a:ext cx="160172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ko-KR" altLang="en-US" sz="1000" dirty="0"/>
              <a:t>아이템 기반 협업 필터링</a:t>
            </a:r>
          </a:p>
        </p:txBody>
      </p:sp>
    </p:spTree>
    <p:extLst>
      <p:ext uri="{BB962C8B-B14F-4D97-AF65-F5344CB8AC3E}">
        <p14:creationId xmlns:p14="http://schemas.microsoft.com/office/powerpoint/2010/main" val="27040075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직사각형 1">
                <a:extLst>
                  <a:ext uri="{FF2B5EF4-FFF2-40B4-BE49-F238E27FC236}">
                    <a16:creationId xmlns:a16="http://schemas.microsoft.com/office/drawing/2014/main" id="{0EE2046D-1ED4-2CE6-ABC8-E659D0EBE4AA}"/>
                  </a:ext>
                </a:extLst>
              </p:cNvPr>
              <p:cNvSpPr/>
              <p:nvPr/>
            </p:nvSpPr>
            <p:spPr>
              <a:xfrm>
                <a:off x="533400" y="1219200"/>
                <a:ext cx="1592580" cy="2727960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ko-KR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</m:oMath>
                  </m:oMathPara>
                </a14:m>
                <a:endParaRPr kumimoji="1" lang="ko-KR" altLang="en-US" sz="3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" name="직사각형 1">
                <a:extLst>
                  <a:ext uri="{FF2B5EF4-FFF2-40B4-BE49-F238E27FC236}">
                    <a16:creationId xmlns:a16="http://schemas.microsoft.com/office/drawing/2014/main" id="{0EE2046D-1ED4-2CE6-ABC8-E659D0EBE4A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400" y="1219200"/>
                <a:ext cx="1592580" cy="272796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직사각형 2">
                <a:extLst>
                  <a:ext uri="{FF2B5EF4-FFF2-40B4-BE49-F238E27FC236}">
                    <a16:creationId xmlns:a16="http://schemas.microsoft.com/office/drawing/2014/main" id="{0B48953F-5A09-13B4-A171-DEBBA30684E9}"/>
                  </a:ext>
                </a:extLst>
              </p:cNvPr>
              <p:cNvSpPr/>
              <p:nvPr/>
            </p:nvSpPr>
            <p:spPr>
              <a:xfrm>
                <a:off x="3040380" y="1219200"/>
                <a:ext cx="2727960" cy="2727960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ko-KR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𝑈</m:t>
                      </m:r>
                    </m:oMath>
                  </m:oMathPara>
                </a14:m>
                <a:endParaRPr kumimoji="1" lang="ko-KR" altLang="en-US" sz="3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직사각형 2">
                <a:extLst>
                  <a:ext uri="{FF2B5EF4-FFF2-40B4-BE49-F238E27FC236}">
                    <a16:creationId xmlns:a16="http://schemas.microsoft.com/office/drawing/2014/main" id="{0B48953F-5A09-13B4-A171-DEBBA30684E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0380" y="1219200"/>
                <a:ext cx="2727960" cy="272796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직사각형 5">
                <a:extLst>
                  <a:ext uri="{FF2B5EF4-FFF2-40B4-BE49-F238E27FC236}">
                    <a16:creationId xmlns:a16="http://schemas.microsoft.com/office/drawing/2014/main" id="{5B45E44C-7E9E-96CB-5DD7-3EFC34B33E68}"/>
                  </a:ext>
                </a:extLst>
              </p:cNvPr>
              <p:cNvSpPr/>
              <p:nvPr/>
            </p:nvSpPr>
            <p:spPr>
              <a:xfrm>
                <a:off x="6537960" y="1219200"/>
                <a:ext cx="2727960" cy="89916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ko-KR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kumimoji="1" lang="ko-KR" altLang="en-US" sz="3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직사각형 5">
                <a:extLst>
                  <a:ext uri="{FF2B5EF4-FFF2-40B4-BE49-F238E27FC236}">
                    <a16:creationId xmlns:a16="http://schemas.microsoft.com/office/drawing/2014/main" id="{5B45E44C-7E9E-96CB-5DD7-3EFC34B33E6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37960" y="1219200"/>
                <a:ext cx="2727960" cy="89916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직사각형 6">
                <a:extLst>
                  <a:ext uri="{FF2B5EF4-FFF2-40B4-BE49-F238E27FC236}">
                    <a16:creationId xmlns:a16="http://schemas.microsoft.com/office/drawing/2014/main" id="{90809AC6-4AA5-1C91-9E1B-820829723D11}"/>
                  </a:ext>
                </a:extLst>
              </p:cNvPr>
              <p:cNvSpPr/>
              <p:nvPr/>
            </p:nvSpPr>
            <p:spPr>
              <a:xfrm>
                <a:off x="10180320" y="1219200"/>
                <a:ext cx="1592580" cy="2727960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kumimoji="1" lang="en-US" altLang="ko-K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kumimoji="1" lang="en-US" altLang="ko-KR" sz="3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</m:acc>
                    </m:oMath>
                  </m:oMathPara>
                </a14:m>
                <a:endParaRPr kumimoji="1" lang="ko-KR" altLang="en-US" sz="3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직사각형 6">
                <a:extLst>
                  <a:ext uri="{FF2B5EF4-FFF2-40B4-BE49-F238E27FC236}">
                    <a16:creationId xmlns:a16="http://schemas.microsoft.com/office/drawing/2014/main" id="{90809AC6-4AA5-1C91-9E1B-820829723D1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80320" y="1219200"/>
                <a:ext cx="1592580" cy="272796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152CDFE-849C-34D0-FA44-0D1B996FCE2C}"/>
                  </a:ext>
                </a:extLst>
              </p:cNvPr>
              <p:cNvSpPr txBox="1"/>
              <p:nvPr/>
            </p:nvSpPr>
            <p:spPr>
              <a:xfrm>
                <a:off x="2280052" y="2306181"/>
                <a:ext cx="606256" cy="5539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ko-KR" sz="30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kumimoji="1" lang="ko-KR" altLang="en-US" sz="30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152CDFE-849C-34D0-FA44-0D1B996FCE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0052" y="2306181"/>
                <a:ext cx="606256" cy="55399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2AFAC03-8D75-E179-B58C-DF6829C1CA5E}"/>
                  </a:ext>
                </a:extLst>
              </p:cNvPr>
              <p:cNvSpPr txBox="1"/>
              <p:nvPr/>
            </p:nvSpPr>
            <p:spPr>
              <a:xfrm>
                <a:off x="9419992" y="2306181"/>
                <a:ext cx="606256" cy="5539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ko-KR" sz="30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kumimoji="1" lang="ko-KR" altLang="en-US" sz="30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2AFAC03-8D75-E179-B58C-DF6829C1CA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19992" y="2306181"/>
                <a:ext cx="606256" cy="55399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95D8B2C-ADCF-98E3-8F43-A6D0B1B47553}"/>
                  </a:ext>
                </a:extLst>
              </p:cNvPr>
              <p:cNvSpPr txBox="1"/>
              <p:nvPr/>
            </p:nvSpPr>
            <p:spPr>
              <a:xfrm>
                <a:off x="5922412" y="2306181"/>
                <a:ext cx="428322" cy="5539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ko-KR" altLang="en-US" sz="3000" i="1" smtClean="0">
                          <a:latin typeface="Cambria Math" panose="02040503050406030204" pitchFamily="18" charset="0"/>
                        </a:rPr>
                        <m:t>∙</m:t>
                      </m:r>
                    </m:oMath>
                  </m:oMathPara>
                </a14:m>
                <a:endParaRPr kumimoji="1" lang="ko-KR" altLang="en-US" sz="30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95D8B2C-ADCF-98E3-8F43-A6D0B1B475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22412" y="2306181"/>
                <a:ext cx="428322" cy="55399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637CF35-1526-8984-A4CD-497BBF061A64}"/>
                  </a:ext>
                </a:extLst>
              </p:cNvPr>
              <p:cNvSpPr txBox="1"/>
              <p:nvPr/>
            </p:nvSpPr>
            <p:spPr>
              <a:xfrm>
                <a:off x="894744" y="3947160"/>
                <a:ext cx="86908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</m:t>
                      </m:r>
                      <m:r>
                        <a:rPr kumimoji="1"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× </m:t>
                      </m:r>
                      <m:r>
                        <a:rPr kumimoji="1"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kumimoji="1" lang="ko-KR" altLang="en-US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637CF35-1526-8984-A4CD-497BBF061A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4744" y="3947160"/>
                <a:ext cx="869084" cy="369332"/>
              </a:xfrm>
              <a:prstGeom prst="rect">
                <a:avLst/>
              </a:prstGeom>
              <a:blipFill>
                <a:blip r:embed="rId8"/>
                <a:stretch>
                  <a:fillRect b="-2069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FE3C18E4-A06F-9CCB-D31A-54B4525ED75A}"/>
                  </a:ext>
                </a:extLst>
              </p:cNvPr>
              <p:cNvSpPr txBox="1"/>
              <p:nvPr/>
            </p:nvSpPr>
            <p:spPr>
              <a:xfrm>
                <a:off x="3969818" y="3947160"/>
                <a:ext cx="86543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</m:t>
                      </m:r>
                      <m:r>
                        <a:rPr kumimoji="1"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× </m:t>
                      </m:r>
                      <m:r>
                        <a:rPr kumimoji="1"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𝑘</m:t>
                      </m:r>
                    </m:oMath>
                  </m:oMathPara>
                </a14:m>
                <a:endParaRPr kumimoji="1" lang="ko-KR" altLang="en-US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FE3C18E4-A06F-9CCB-D31A-54B4525ED7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69818" y="3947160"/>
                <a:ext cx="865430" cy="369332"/>
              </a:xfrm>
              <a:prstGeom prst="rect">
                <a:avLst/>
              </a:prstGeom>
              <a:blipFill>
                <a:blip r:embed="rId9"/>
                <a:stretch>
                  <a:fillRect b="-2069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A978C6D-8AF8-85F7-94D0-D5711A084062}"/>
                  </a:ext>
                </a:extLst>
              </p:cNvPr>
              <p:cNvSpPr txBox="1"/>
              <p:nvPr/>
            </p:nvSpPr>
            <p:spPr>
              <a:xfrm>
                <a:off x="7466162" y="2118360"/>
                <a:ext cx="83840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kumimoji="1"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𝑘</m:t>
                      </m:r>
                      <m:r>
                        <a:rPr kumimoji="1"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× </m:t>
                      </m:r>
                      <m:r>
                        <a:rPr kumimoji="1"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kumimoji="1" lang="ko-KR" altLang="en-US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A978C6D-8AF8-85F7-94D0-D5711A0840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66162" y="2118360"/>
                <a:ext cx="838402" cy="369332"/>
              </a:xfrm>
              <a:prstGeom prst="rect">
                <a:avLst/>
              </a:prstGeom>
              <a:blipFill>
                <a:blip r:embed="rId10"/>
                <a:stretch>
                  <a:fillRect b="-2069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03A3F120-D818-C8A5-AEB0-45B9E919AE10}"/>
                  </a:ext>
                </a:extLst>
              </p:cNvPr>
              <p:cNvSpPr txBox="1"/>
              <p:nvPr/>
            </p:nvSpPr>
            <p:spPr>
              <a:xfrm>
                <a:off x="10542068" y="3947160"/>
                <a:ext cx="86908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</m:t>
                      </m:r>
                      <m:r>
                        <a:rPr kumimoji="1"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× </m:t>
                      </m:r>
                      <m:r>
                        <a:rPr kumimoji="1"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kumimoji="1" lang="ko-KR" altLang="en-US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03A3F120-D818-C8A5-AEB0-45B9E919AE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42068" y="3947160"/>
                <a:ext cx="869084" cy="369332"/>
              </a:xfrm>
              <a:prstGeom prst="rect">
                <a:avLst/>
              </a:prstGeom>
              <a:blipFill>
                <a:blip r:embed="rId11"/>
                <a:stretch>
                  <a:fillRect b="-2069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287918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3">
            <a:extLst>
              <a:ext uri="{FF2B5EF4-FFF2-40B4-BE49-F238E27FC236}">
                <a16:creationId xmlns:a16="http://schemas.microsoft.com/office/drawing/2014/main" id="{C2948AF2-8190-8B66-54F0-7F6DEE55B805}"/>
              </a:ext>
            </a:extLst>
          </p:cNvPr>
          <p:cNvSpPr/>
          <p:nvPr/>
        </p:nvSpPr>
        <p:spPr>
          <a:xfrm>
            <a:off x="565730" y="945618"/>
            <a:ext cx="3724977" cy="2375034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49" name="Rectangle 10">
            <a:extLst>
              <a:ext uri="{FF2B5EF4-FFF2-40B4-BE49-F238E27FC236}">
                <a16:creationId xmlns:a16="http://schemas.microsoft.com/office/drawing/2014/main" id="{3B8511E3-A868-829F-3920-DF99CC2AA1B7}"/>
              </a:ext>
            </a:extLst>
          </p:cNvPr>
          <p:cNvSpPr/>
          <p:nvPr/>
        </p:nvSpPr>
        <p:spPr>
          <a:xfrm>
            <a:off x="565730" y="3961569"/>
            <a:ext cx="3724977" cy="2375034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50" name="Rectangle 11">
            <a:extLst>
              <a:ext uri="{FF2B5EF4-FFF2-40B4-BE49-F238E27FC236}">
                <a16:creationId xmlns:a16="http://schemas.microsoft.com/office/drawing/2014/main" id="{61A6F154-BFA8-F77C-0772-5AA599AB422F}"/>
              </a:ext>
            </a:extLst>
          </p:cNvPr>
          <p:cNvSpPr/>
          <p:nvPr/>
        </p:nvSpPr>
        <p:spPr>
          <a:xfrm>
            <a:off x="5352729" y="3961569"/>
            <a:ext cx="3724977" cy="2375034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51" name="Rectangle 12">
            <a:extLst>
              <a:ext uri="{FF2B5EF4-FFF2-40B4-BE49-F238E27FC236}">
                <a16:creationId xmlns:a16="http://schemas.microsoft.com/office/drawing/2014/main" id="{1F9B81FE-F85D-1108-693E-6188F3B0D5D6}"/>
              </a:ext>
            </a:extLst>
          </p:cNvPr>
          <p:cNvSpPr/>
          <p:nvPr/>
        </p:nvSpPr>
        <p:spPr>
          <a:xfrm>
            <a:off x="5352728" y="945618"/>
            <a:ext cx="3724977" cy="2375034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52" name="Rectangle 13">
            <a:extLst>
              <a:ext uri="{FF2B5EF4-FFF2-40B4-BE49-F238E27FC236}">
                <a16:creationId xmlns:a16="http://schemas.microsoft.com/office/drawing/2014/main" id="{8DF668E0-4267-0A74-348E-F3D631663618}"/>
              </a:ext>
            </a:extLst>
          </p:cNvPr>
          <p:cNvSpPr/>
          <p:nvPr/>
        </p:nvSpPr>
        <p:spPr>
          <a:xfrm>
            <a:off x="565730" y="945618"/>
            <a:ext cx="386088" cy="386088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KR" dirty="0">
                <a:solidFill>
                  <a:sysClr val="windowText" lastClr="000000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1</a:t>
            </a:r>
          </a:p>
        </p:txBody>
      </p:sp>
      <p:sp>
        <p:nvSpPr>
          <p:cNvPr id="53" name="Rectangle 15">
            <a:extLst>
              <a:ext uri="{FF2B5EF4-FFF2-40B4-BE49-F238E27FC236}">
                <a16:creationId xmlns:a16="http://schemas.microsoft.com/office/drawing/2014/main" id="{55E63C46-2311-8F4B-561C-4DE881C1765F}"/>
              </a:ext>
            </a:extLst>
          </p:cNvPr>
          <p:cNvSpPr/>
          <p:nvPr/>
        </p:nvSpPr>
        <p:spPr>
          <a:xfrm>
            <a:off x="565730" y="3961569"/>
            <a:ext cx="386088" cy="386088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KR" dirty="0">
                <a:solidFill>
                  <a:sysClr val="windowText" lastClr="000000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2</a:t>
            </a:r>
          </a:p>
        </p:txBody>
      </p:sp>
      <p:sp>
        <p:nvSpPr>
          <p:cNvPr id="54" name="Rectangle 16">
            <a:extLst>
              <a:ext uri="{FF2B5EF4-FFF2-40B4-BE49-F238E27FC236}">
                <a16:creationId xmlns:a16="http://schemas.microsoft.com/office/drawing/2014/main" id="{0DC5E7E7-016C-A849-4399-9B0ADDC1B0A1}"/>
              </a:ext>
            </a:extLst>
          </p:cNvPr>
          <p:cNvSpPr/>
          <p:nvPr/>
        </p:nvSpPr>
        <p:spPr>
          <a:xfrm>
            <a:off x="5352728" y="3957712"/>
            <a:ext cx="386088" cy="386088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KR" dirty="0">
                <a:solidFill>
                  <a:sysClr val="windowText" lastClr="000000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3</a:t>
            </a:r>
          </a:p>
        </p:txBody>
      </p:sp>
      <p:sp>
        <p:nvSpPr>
          <p:cNvPr id="55" name="Rectangle 17">
            <a:extLst>
              <a:ext uri="{FF2B5EF4-FFF2-40B4-BE49-F238E27FC236}">
                <a16:creationId xmlns:a16="http://schemas.microsoft.com/office/drawing/2014/main" id="{846A370D-6E45-4993-756F-E2D8D6D4C216}"/>
              </a:ext>
            </a:extLst>
          </p:cNvPr>
          <p:cNvSpPr/>
          <p:nvPr/>
        </p:nvSpPr>
        <p:spPr>
          <a:xfrm>
            <a:off x="5352728" y="945618"/>
            <a:ext cx="386088" cy="386088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KR" dirty="0">
                <a:solidFill>
                  <a:sysClr val="windowText" lastClr="000000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4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0DC6D5C5-E838-7E2F-C5CC-6A2BB69D868B}"/>
              </a:ext>
            </a:extLst>
          </p:cNvPr>
          <p:cNvSpPr txBox="1"/>
          <p:nvPr/>
        </p:nvSpPr>
        <p:spPr>
          <a:xfrm>
            <a:off x="2287924" y="3447907"/>
            <a:ext cx="20396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KR" dirty="0">
                <a:latin typeface="NanumMyeongjo" panose="02000300000000000000" pitchFamily="2" charset="-127"/>
                <a:ea typeface="NanumMyeongjo" panose="02000300000000000000" pitchFamily="2" charset="-127"/>
              </a:rPr>
              <a:t>Fourier Transform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9247A803-1EEB-336B-A3D9-38EF2ECC70F4}"/>
              </a:ext>
            </a:extLst>
          </p:cNvPr>
          <p:cNvSpPr txBox="1"/>
          <p:nvPr/>
        </p:nvSpPr>
        <p:spPr>
          <a:xfrm>
            <a:off x="4330140" y="4745963"/>
            <a:ext cx="10134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KR" dirty="0">
                <a:latin typeface="NanumMyeongjo" panose="02000300000000000000" pitchFamily="2" charset="-127"/>
                <a:ea typeface="NanumMyeongjo" panose="02000300000000000000" pitchFamily="2" charset="-127"/>
              </a:rPr>
              <a:t>Filtering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99CDD041-24CA-65B3-7399-44B3CE9A9745}"/>
              </a:ext>
            </a:extLst>
          </p:cNvPr>
          <p:cNvSpPr txBox="1"/>
          <p:nvPr/>
        </p:nvSpPr>
        <p:spPr>
          <a:xfrm>
            <a:off x="7429949" y="3456444"/>
            <a:ext cx="12394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KR" dirty="0">
                <a:latin typeface="NanumMyeongjo" panose="02000300000000000000" pitchFamily="2" charset="-127"/>
                <a:ea typeface="NanumMyeongjo" panose="02000300000000000000" pitchFamily="2" charset="-127"/>
              </a:rPr>
              <a:t>Inverse FT</a:t>
            </a:r>
          </a:p>
        </p:txBody>
      </p:sp>
      <p:sp>
        <p:nvSpPr>
          <p:cNvPr id="59" name="Down Arrow 21">
            <a:extLst>
              <a:ext uri="{FF2B5EF4-FFF2-40B4-BE49-F238E27FC236}">
                <a16:creationId xmlns:a16="http://schemas.microsoft.com/office/drawing/2014/main" id="{D3960D95-7B22-8F47-72F4-7C1559CCB574}"/>
              </a:ext>
            </a:extLst>
          </p:cNvPr>
          <p:cNvSpPr/>
          <p:nvPr/>
        </p:nvSpPr>
        <p:spPr>
          <a:xfrm>
            <a:off x="2020608" y="3394566"/>
            <a:ext cx="233948" cy="523271"/>
          </a:xfrm>
          <a:prstGeom prst="downArrow">
            <a:avLst>
              <a:gd name="adj1" fmla="val 50000"/>
              <a:gd name="adj2" fmla="val 53125"/>
            </a:avLst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60" name="Down Arrow 22">
            <a:extLst>
              <a:ext uri="{FF2B5EF4-FFF2-40B4-BE49-F238E27FC236}">
                <a16:creationId xmlns:a16="http://schemas.microsoft.com/office/drawing/2014/main" id="{CF117777-5370-0E92-167A-CF6CEE3389D9}"/>
              </a:ext>
            </a:extLst>
          </p:cNvPr>
          <p:cNvSpPr/>
          <p:nvPr/>
        </p:nvSpPr>
        <p:spPr>
          <a:xfrm rot="16200000">
            <a:off x="4704744" y="4970634"/>
            <a:ext cx="233948" cy="523271"/>
          </a:xfrm>
          <a:prstGeom prst="downArrow">
            <a:avLst>
              <a:gd name="adj1" fmla="val 50000"/>
              <a:gd name="adj2" fmla="val 53125"/>
            </a:avLst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61" name="Down Arrow 23">
            <a:extLst>
              <a:ext uri="{FF2B5EF4-FFF2-40B4-BE49-F238E27FC236}">
                <a16:creationId xmlns:a16="http://schemas.microsoft.com/office/drawing/2014/main" id="{9812F3B1-D7D1-880A-5555-46691747FCEB}"/>
              </a:ext>
            </a:extLst>
          </p:cNvPr>
          <p:cNvSpPr/>
          <p:nvPr/>
        </p:nvSpPr>
        <p:spPr>
          <a:xfrm rot="10800000">
            <a:off x="7156219" y="3379474"/>
            <a:ext cx="233948" cy="523271"/>
          </a:xfrm>
          <a:prstGeom prst="downArrow">
            <a:avLst>
              <a:gd name="adj1" fmla="val 50000"/>
              <a:gd name="adj2" fmla="val 53125"/>
            </a:avLst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62" name="Oval 24">
            <a:extLst>
              <a:ext uri="{FF2B5EF4-FFF2-40B4-BE49-F238E27FC236}">
                <a16:creationId xmlns:a16="http://schemas.microsoft.com/office/drawing/2014/main" id="{E97EBED0-69A4-CDCC-2AFE-7F66095F4AEF}"/>
              </a:ext>
            </a:extLst>
          </p:cNvPr>
          <p:cNvSpPr/>
          <p:nvPr/>
        </p:nvSpPr>
        <p:spPr>
          <a:xfrm>
            <a:off x="819418" y="1898245"/>
            <a:ext cx="346509" cy="35371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 dirty="0"/>
          </a:p>
        </p:txBody>
      </p:sp>
      <p:sp>
        <p:nvSpPr>
          <p:cNvPr id="63" name="Oval 25">
            <a:extLst>
              <a:ext uri="{FF2B5EF4-FFF2-40B4-BE49-F238E27FC236}">
                <a16:creationId xmlns:a16="http://schemas.microsoft.com/office/drawing/2014/main" id="{0B9FDA1E-94E9-02AC-B630-B59E5A06EDB3}"/>
              </a:ext>
            </a:extLst>
          </p:cNvPr>
          <p:cNvSpPr/>
          <p:nvPr/>
        </p:nvSpPr>
        <p:spPr>
          <a:xfrm>
            <a:off x="1724204" y="1310605"/>
            <a:ext cx="346509" cy="35371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 dirty="0"/>
          </a:p>
        </p:txBody>
      </p:sp>
      <p:sp>
        <p:nvSpPr>
          <p:cNvPr id="64" name="Oval 26">
            <a:extLst>
              <a:ext uri="{FF2B5EF4-FFF2-40B4-BE49-F238E27FC236}">
                <a16:creationId xmlns:a16="http://schemas.microsoft.com/office/drawing/2014/main" id="{4E7AFBA0-EC6A-7EAB-7513-195D05F780CB}"/>
              </a:ext>
            </a:extLst>
          </p:cNvPr>
          <p:cNvSpPr/>
          <p:nvPr/>
        </p:nvSpPr>
        <p:spPr>
          <a:xfrm>
            <a:off x="1043417" y="2777185"/>
            <a:ext cx="346509" cy="35371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 dirty="0"/>
          </a:p>
        </p:txBody>
      </p:sp>
      <p:sp>
        <p:nvSpPr>
          <p:cNvPr id="65" name="Oval 27">
            <a:extLst>
              <a:ext uri="{FF2B5EF4-FFF2-40B4-BE49-F238E27FC236}">
                <a16:creationId xmlns:a16="http://schemas.microsoft.com/office/drawing/2014/main" id="{713DEC13-0090-6A57-C3BE-CF97C18D5E75}"/>
              </a:ext>
            </a:extLst>
          </p:cNvPr>
          <p:cNvSpPr/>
          <p:nvPr/>
        </p:nvSpPr>
        <p:spPr>
          <a:xfrm>
            <a:off x="2386579" y="2778215"/>
            <a:ext cx="346509" cy="35371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 dirty="0"/>
          </a:p>
        </p:txBody>
      </p:sp>
      <p:sp>
        <p:nvSpPr>
          <p:cNvPr id="66" name="Oval 28">
            <a:extLst>
              <a:ext uri="{FF2B5EF4-FFF2-40B4-BE49-F238E27FC236}">
                <a16:creationId xmlns:a16="http://schemas.microsoft.com/office/drawing/2014/main" id="{72508CC5-05DE-AB3E-8E6F-EF0891C48FC6}"/>
              </a:ext>
            </a:extLst>
          </p:cNvPr>
          <p:cNvSpPr/>
          <p:nvPr/>
        </p:nvSpPr>
        <p:spPr>
          <a:xfrm>
            <a:off x="2682343" y="1844043"/>
            <a:ext cx="346509" cy="35371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 dirty="0"/>
          </a:p>
        </p:txBody>
      </p:sp>
      <p:cxnSp>
        <p:nvCxnSpPr>
          <p:cNvPr id="67" name="Straight Connector 29">
            <a:extLst>
              <a:ext uri="{FF2B5EF4-FFF2-40B4-BE49-F238E27FC236}">
                <a16:creationId xmlns:a16="http://schemas.microsoft.com/office/drawing/2014/main" id="{07684847-FA2C-B2A0-5975-FC7285C69FFD}"/>
              </a:ext>
            </a:extLst>
          </p:cNvPr>
          <p:cNvCxnSpPr>
            <a:cxnSpLocks/>
            <a:stCxn id="62" idx="6"/>
            <a:endCxn id="63" idx="3"/>
          </p:cNvCxnSpPr>
          <p:nvPr/>
        </p:nvCxnSpPr>
        <p:spPr>
          <a:xfrm flipV="1">
            <a:off x="1165927" y="1612521"/>
            <a:ext cx="609022" cy="46258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8" name="Straight Connector 30">
            <a:extLst>
              <a:ext uri="{FF2B5EF4-FFF2-40B4-BE49-F238E27FC236}">
                <a16:creationId xmlns:a16="http://schemas.microsoft.com/office/drawing/2014/main" id="{36F83319-949C-0434-2A78-784942DF265C}"/>
              </a:ext>
            </a:extLst>
          </p:cNvPr>
          <p:cNvCxnSpPr>
            <a:cxnSpLocks/>
            <a:stCxn id="66" idx="2"/>
            <a:endCxn id="63" idx="5"/>
          </p:cNvCxnSpPr>
          <p:nvPr/>
        </p:nvCxnSpPr>
        <p:spPr>
          <a:xfrm flipH="1" flipV="1">
            <a:off x="2019968" y="1612521"/>
            <a:ext cx="662375" cy="40838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9" name="Straight Connector 31">
            <a:extLst>
              <a:ext uri="{FF2B5EF4-FFF2-40B4-BE49-F238E27FC236}">
                <a16:creationId xmlns:a16="http://schemas.microsoft.com/office/drawing/2014/main" id="{E77B68CA-4261-8EE3-4EF4-8D3CFA38DE1F}"/>
              </a:ext>
            </a:extLst>
          </p:cNvPr>
          <p:cNvCxnSpPr>
            <a:cxnSpLocks/>
            <a:stCxn id="65" idx="7"/>
            <a:endCxn id="66" idx="3"/>
          </p:cNvCxnSpPr>
          <p:nvPr/>
        </p:nvCxnSpPr>
        <p:spPr>
          <a:xfrm flipV="1">
            <a:off x="2682343" y="2145959"/>
            <a:ext cx="50745" cy="68405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0" name="Straight Connector 32">
            <a:extLst>
              <a:ext uri="{FF2B5EF4-FFF2-40B4-BE49-F238E27FC236}">
                <a16:creationId xmlns:a16="http://schemas.microsoft.com/office/drawing/2014/main" id="{576C5F54-A357-8195-7754-BB92D1D5F801}"/>
              </a:ext>
            </a:extLst>
          </p:cNvPr>
          <p:cNvCxnSpPr>
            <a:cxnSpLocks/>
            <a:stCxn id="62" idx="6"/>
            <a:endCxn id="65" idx="2"/>
          </p:cNvCxnSpPr>
          <p:nvPr/>
        </p:nvCxnSpPr>
        <p:spPr>
          <a:xfrm>
            <a:off x="1165927" y="2075104"/>
            <a:ext cx="1220652" cy="87997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1" name="Straight Connector 33">
            <a:extLst>
              <a:ext uri="{FF2B5EF4-FFF2-40B4-BE49-F238E27FC236}">
                <a16:creationId xmlns:a16="http://schemas.microsoft.com/office/drawing/2014/main" id="{DF6352EF-CB4D-3D90-D269-1F3C61A3B293}"/>
              </a:ext>
            </a:extLst>
          </p:cNvPr>
          <p:cNvCxnSpPr>
            <a:cxnSpLocks/>
            <a:stCxn id="65" idx="2"/>
            <a:endCxn id="64" idx="6"/>
          </p:cNvCxnSpPr>
          <p:nvPr/>
        </p:nvCxnSpPr>
        <p:spPr>
          <a:xfrm flipH="1" flipV="1">
            <a:off x="1389926" y="2954044"/>
            <a:ext cx="996653" cy="103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2" name="Straight Connector 34">
            <a:extLst>
              <a:ext uri="{FF2B5EF4-FFF2-40B4-BE49-F238E27FC236}">
                <a16:creationId xmlns:a16="http://schemas.microsoft.com/office/drawing/2014/main" id="{5935D775-1627-745A-361F-33FE5105B93F}"/>
              </a:ext>
            </a:extLst>
          </p:cNvPr>
          <p:cNvCxnSpPr>
            <a:cxnSpLocks/>
            <a:stCxn id="64" idx="6"/>
            <a:endCxn id="66" idx="3"/>
          </p:cNvCxnSpPr>
          <p:nvPr/>
        </p:nvCxnSpPr>
        <p:spPr>
          <a:xfrm flipV="1">
            <a:off x="1389926" y="2145959"/>
            <a:ext cx="1343162" cy="80808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5" name="Oval 37">
            <a:extLst>
              <a:ext uri="{FF2B5EF4-FFF2-40B4-BE49-F238E27FC236}">
                <a16:creationId xmlns:a16="http://schemas.microsoft.com/office/drawing/2014/main" id="{09067163-F062-DE7E-2EBF-81EDDC6F6CDE}"/>
              </a:ext>
            </a:extLst>
          </p:cNvPr>
          <p:cNvSpPr/>
          <p:nvPr/>
        </p:nvSpPr>
        <p:spPr>
          <a:xfrm>
            <a:off x="5862788" y="1825739"/>
            <a:ext cx="346509" cy="35371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 dirty="0"/>
          </a:p>
        </p:txBody>
      </p:sp>
      <p:sp>
        <p:nvSpPr>
          <p:cNvPr id="76" name="Oval 38">
            <a:extLst>
              <a:ext uri="{FF2B5EF4-FFF2-40B4-BE49-F238E27FC236}">
                <a16:creationId xmlns:a16="http://schemas.microsoft.com/office/drawing/2014/main" id="{585B6A16-B359-E149-F3EC-BB4EFDAAFC17}"/>
              </a:ext>
            </a:extLst>
          </p:cNvPr>
          <p:cNvSpPr/>
          <p:nvPr/>
        </p:nvSpPr>
        <p:spPr>
          <a:xfrm>
            <a:off x="6767574" y="1238099"/>
            <a:ext cx="346509" cy="35371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 dirty="0"/>
          </a:p>
        </p:txBody>
      </p:sp>
      <p:sp>
        <p:nvSpPr>
          <p:cNvPr id="77" name="Oval 39">
            <a:extLst>
              <a:ext uri="{FF2B5EF4-FFF2-40B4-BE49-F238E27FC236}">
                <a16:creationId xmlns:a16="http://schemas.microsoft.com/office/drawing/2014/main" id="{38985D26-869C-C7CE-EC54-2A169CE6939D}"/>
              </a:ext>
            </a:extLst>
          </p:cNvPr>
          <p:cNvSpPr/>
          <p:nvPr/>
        </p:nvSpPr>
        <p:spPr>
          <a:xfrm>
            <a:off x="6086787" y="2704679"/>
            <a:ext cx="346509" cy="35371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 dirty="0"/>
          </a:p>
        </p:txBody>
      </p:sp>
      <p:sp>
        <p:nvSpPr>
          <p:cNvPr id="78" name="Oval 40">
            <a:extLst>
              <a:ext uri="{FF2B5EF4-FFF2-40B4-BE49-F238E27FC236}">
                <a16:creationId xmlns:a16="http://schemas.microsoft.com/office/drawing/2014/main" id="{495BA930-439A-42C6-8A1D-02CEF36EBD69}"/>
              </a:ext>
            </a:extLst>
          </p:cNvPr>
          <p:cNvSpPr/>
          <p:nvPr/>
        </p:nvSpPr>
        <p:spPr>
          <a:xfrm>
            <a:off x="7429949" y="2705709"/>
            <a:ext cx="346509" cy="35371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 dirty="0"/>
          </a:p>
        </p:txBody>
      </p:sp>
      <p:sp>
        <p:nvSpPr>
          <p:cNvPr id="79" name="Oval 41">
            <a:extLst>
              <a:ext uri="{FF2B5EF4-FFF2-40B4-BE49-F238E27FC236}">
                <a16:creationId xmlns:a16="http://schemas.microsoft.com/office/drawing/2014/main" id="{BCFD49D7-F332-B786-72A7-AF7776673646}"/>
              </a:ext>
            </a:extLst>
          </p:cNvPr>
          <p:cNvSpPr/>
          <p:nvPr/>
        </p:nvSpPr>
        <p:spPr>
          <a:xfrm>
            <a:off x="7725713" y="1771537"/>
            <a:ext cx="346509" cy="35371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 dirty="0"/>
          </a:p>
        </p:txBody>
      </p:sp>
      <p:cxnSp>
        <p:nvCxnSpPr>
          <p:cNvPr id="80" name="Straight Connector 42">
            <a:extLst>
              <a:ext uri="{FF2B5EF4-FFF2-40B4-BE49-F238E27FC236}">
                <a16:creationId xmlns:a16="http://schemas.microsoft.com/office/drawing/2014/main" id="{C641FE2C-4B25-F9E0-B085-81E6528DBF0C}"/>
              </a:ext>
            </a:extLst>
          </p:cNvPr>
          <p:cNvCxnSpPr>
            <a:cxnSpLocks/>
            <a:stCxn id="75" idx="6"/>
            <a:endCxn id="76" idx="3"/>
          </p:cNvCxnSpPr>
          <p:nvPr/>
        </p:nvCxnSpPr>
        <p:spPr>
          <a:xfrm flipV="1">
            <a:off x="6209297" y="1540015"/>
            <a:ext cx="609022" cy="46258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1" name="Straight Connector 43">
            <a:extLst>
              <a:ext uri="{FF2B5EF4-FFF2-40B4-BE49-F238E27FC236}">
                <a16:creationId xmlns:a16="http://schemas.microsoft.com/office/drawing/2014/main" id="{4CE90871-368B-E679-35E7-FD6DF01414FC}"/>
              </a:ext>
            </a:extLst>
          </p:cNvPr>
          <p:cNvCxnSpPr>
            <a:cxnSpLocks/>
            <a:stCxn id="79" idx="2"/>
            <a:endCxn id="76" idx="5"/>
          </p:cNvCxnSpPr>
          <p:nvPr/>
        </p:nvCxnSpPr>
        <p:spPr>
          <a:xfrm flipH="1" flipV="1">
            <a:off x="7063338" y="1540015"/>
            <a:ext cx="662375" cy="40838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2" name="Straight Connector 44">
            <a:extLst>
              <a:ext uri="{FF2B5EF4-FFF2-40B4-BE49-F238E27FC236}">
                <a16:creationId xmlns:a16="http://schemas.microsoft.com/office/drawing/2014/main" id="{9D927025-99C5-0718-7373-408DB585AAFF}"/>
              </a:ext>
            </a:extLst>
          </p:cNvPr>
          <p:cNvCxnSpPr>
            <a:cxnSpLocks/>
            <a:stCxn id="78" idx="7"/>
            <a:endCxn id="79" idx="3"/>
          </p:cNvCxnSpPr>
          <p:nvPr/>
        </p:nvCxnSpPr>
        <p:spPr>
          <a:xfrm flipV="1">
            <a:off x="7725713" y="2073453"/>
            <a:ext cx="50745" cy="68405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3" name="Straight Connector 45">
            <a:extLst>
              <a:ext uri="{FF2B5EF4-FFF2-40B4-BE49-F238E27FC236}">
                <a16:creationId xmlns:a16="http://schemas.microsoft.com/office/drawing/2014/main" id="{6BA3D61C-8A54-B0AD-4E60-50AF962B0676}"/>
              </a:ext>
            </a:extLst>
          </p:cNvPr>
          <p:cNvCxnSpPr>
            <a:cxnSpLocks/>
            <a:stCxn id="75" idx="6"/>
            <a:endCxn id="78" idx="2"/>
          </p:cNvCxnSpPr>
          <p:nvPr/>
        </p:nvCxnSpPr>
        <p:spPr>
          <a:xfrm>
            <a:off x="6209297" y="2002598"/>
            <a:ext cx="1220652" cy="87997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4" name="Straight Connector 46">
            <a:extLst>
              <a:ext uri="{FF2B5EF4-FFF2-40B4-BE49-F238E27FC236}">
                <a16:creationId xmlns:a16="http://schemas.microsoft.com/office/drawing/2014/main" id="{4AE22B13-864D-0A1F-A3E7-818EEE875BE5}"/>
              </a:ext>
            </a:extLst>
          </p:cNvPr>
          <p:cNvCxnSpPr>
            <a:cxnSpLocks/>
            <a:stCxn id="78" idx="2"/>
            <a:endCxn id="77" idx="6"/>
          </p:cNvCxnSpPr>
          <p:nvPr/>
        </p:nvCxnSpPr>
        <p:spPr>
          <a:xfrm flipH="1" flipV="1">
            <a:off x="6433296" y="2881538"/>
            <a:ext cx="996653" cy="103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5" name="Straight Connector 47">
            <a:extLst>
              <a:ext uri="{FF2B5EF4-FFF2-40B4-BE49-F238E27FC236}">
                <a16:creationId xmlns:a16="http://schemas.microsoft.com/office/drawing/2014/main" id="{AF566A0B-9BA8-1009-2115-32EC69BFBABE}"/>
              </a:ext>
            </a:extLst>
          </p:cNvPr>
          <p:cNvCxnSpPr>
            <a:cxnSpLocks/>
            <a:stCxn id="77" idx="6"/>
            <a:endCxn id="79" idx="3"/>
          </p:cNvCxnSpPr>
          <p:nvPr/>
        </p:nvCxnSpPr>
        <p:spPr>
          <a:xfrm flipV="1">
            <a:off x="6433296" y="2073453"/>
            <a:ext cx="1343162" cy="80808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F3DF6799-6871-3C3A-7FEF-F88AB37A0809}"/>
                  </a:ext>
                </a:extLst>
              </p:cNvPr>
              <p:cNvSpPr txBox="1"/>
              <p:nvPr/>
            </p:nvSpPr>
            <p:spPr>
              <a:xfrm>
                <a:off x="7725713" y="1014787"/>
                <a:ext cx="1336623" cy="37427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u="sng" smtClean="0">
                          <a:latin typeface="Cambria Math" panose="02040503050406030204" pitchFamily="18" charset="0"/>
                        </a:rPr>
                        <m:t>𝑼𝒉</m:t>
                      </m:r>
                      <m:r>
                        <a:rPr lang="en-US" b="1" i="1" u="sng" smtClean="0">
                          <a:latin typeface="Cambria Math" panose="02040503050406030204" pitchFamily="18" charset="0"/>
                        </a:rPr>
                        <m:t>(∧)</m:t>
                      </m:r>
                      <m:sSup>
                        <m:sSupPr>
                          <m:ctrlPr>
                            <a:rPr lang="en-US" b="1" i="1" u="sng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u="sng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𝑼</m:t>
                          </m:r>
                        </m:e>
                        <m:sup>
                          <m:r>
                            <a:rPr lang="en-US" b="1" i="1" u="sng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r>
                        <a:rPr lang="en-US" b="1" i="1" u="sng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𝑿</m:t>
                      </m:r>
                    </m:oMath>
                  </m:oMathPara>
                </a14:m>
                <a:endParaRPr lang="en-KR" b="1" u="sng" dirty="0">
                  <a:latin typeface="NanumMyeongjo" panose="02000300000000000000" pitchFamily="2" charset="-127"/>
                  <a:ea typeface="NanumMyeongjo" panose="02000300000000000000" pitchFamily="2" charset="-127"/>
                </a:endParaRPr>
              </a:p>
            </p:txBody>
          </p:sp>
        </mc:Choice>
        <mc:Fallback xmlns=""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F3DF6799-6871-3C3A-7FEF-F88AB37A08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25713" y="1014787"/>
                <a:ext cx="1336623" cy="374270"/>
              </a:xfrm>
              <a:prstGeom prst="rect">
                <a:avLst/>
              </a:prstGeom>
              <a:blipFill>
                <a:blip r:embed="rId2"/>
                <a:stretch>
                  <a:fillRect b="-1612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79FB7879-FB9E-F72B-F457-173F90AA0633}"/>
                  </a:ext>
                </a:extLst>
              </p:cNvPr>
              <p:cNvSpPr txBox="1"/>
              <p:nvPr/>
            </p:nvSpPr>
            <p:spPr>
              <a:xfrm>
                <a:off x="2120629" y="1007832"/>
                <a:ext cx="2153090" cy="55399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500" b="0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sz="1500" b="0" i="1" smtClean="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US" sz="15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500" b="0" i="1" smtClean="0">
                              <a:latin typeface="Cambria Math" panose="02040503050406030204" pitchFamily="18" charset="0"/>
                            </a:rPr>
                            <m:t>𝐿𝑎𝑝𝑙𝑖𝑐𝑎𝑛</m:t>
                          </m:r>
                          <m:r>
                            <a:rPr lang="en-US" sz="15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500" b="0" i="1" smtClean="0">
                              <a:latin typeface="Cambria Math" panose="02040503050406030204" pitchFamily="18" charset="0"/>
                            </a:rPr>
                            <m:t>𝑀𝑎𝑡𝑟𝑖𝑥</m:t>
                          </m:r>
                        </m:e>
                      </m:d>
                    </m:oMath>
                  </m:oMathPara>
                </a14:m>
                <a:endParaRPr lang="en-US" sz="1500" b="0" dirty="0">
                  <a:latin typeface="NanumMyeongjo" panose="02000300000000000000" pitchFamily="2" charset="-127"/>
                  <a:ea typeface="NanumMyeongjo" panose="02000300000000000000" pitchFamily="2" charset="-127"/>
                </a:endParaRPr>
              </a:p>
              <a:p>
                <a:r>
                  <a:rPr lang="en-KR" sz="1500" dirty="0">
                    <a:latin typeface="NanumMyeongjo" panose="02000300000000000000" pitchFamily="2" charset="-127"/>
                    <a:ea typeface="NanumMyeongjo" panose="02000300000000000000" pitchFamily="2" charset="-127"/>
                  </a:rPr>
                  <a:t> = </a:t>
                </a:r>
                <a14:m>
                  <m:oMath xmlns:m="http://schemas.openxmlformats.org/officeDocument/2006/math">
                    <m:r>
                      <a:rPr lang="en-US" sz="1500" b="0" i="1" smtClean="0"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US" sz="15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∧</m:t>
                    </m:r>
                    <m:sSup>
                      <m:sSupPr>
                        <m:ctrlPr>
                          <a:rPr lang="en-US" sz="15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5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𝑈</m:t>
                        </m:r>
                      </m:e>
                      <m:sup>
                        <m:r>
                          <a:rPr lang="en-US" sz="15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en-KR" sz="1500" dirty="0">
                    <a:latin typeface="NanumMyeongjo" panose="02000300000000000000" pitchFamily="2" charset="-127"/>
                    <a:ea typeface="NanumMyeongjo" panose="02000300000000000000" pitchFamily="2" charset="-127"/>
                  </a:rPr>
                  <a:t> </a:t>
                </a:r>
                <a:r>
                  <a:rPr lang="en-KR" sz="1500">
                    <a:latin typeface="NanumMyeongjo" panose="02000300000000000000" pitchFamily="2" charset="-127"/>
                    <a:ea typeface="NanumMyeongjo" panose="02000300000000000000" pitchFamily="2" charset="-127"/>
                  </a:rPr>
                  <a:t>(고유값</a:t>
                </a:r>
                <a:r>
                  <a:rPr lang="ko-KR" altLang="en-US" sz="1500">
                    <a:latin typeface="NanumMyeongjo" panose="02000300000000000000" pitchFamily="2" charset="-127"/>
                    <a:ea typeface="NanumMyeongjo" panose="02000300000000000000" pitchFamily="2" charset="-127"/>
                  </a:rPr>
                  <a:t> </a:t>
                </a:r>
                <a:r>
                  <a:rPr lang="en-KR" sz="1500">
                    <a:latin typeface="NanumMyeongjo" panose="02000300000000000000" pitchFamily="2" charset="-127"/>
                    <a:ea typeface="NanumMyeongjo" panose="02000300000000000000" pitchFamily="2" charset="-127"/>
                  </a:rPr>
                  <a:t>분해</a:t>
                </a:r>
                <a:r>
                  <a:rPr lang="en-US" altLang="ko-KR" sz="1500" dirty="0">
                    <a:latin typeface="NanumMyeongjo" panose="02000300000000000000" pitchFamily="2" charset="-127"/>
                    <a:ea typeface="NanumMyeongjo" panose="02000300000000000000" pitchFamily="2" charset="-127"/>
                  </a:rPr>
                  <a:t>)</a:t>
                </a:r>
                <a:endParaRPr lang="en-KR" sz="1500" dirty="0">
                  <a:latin typeface="NanumMyeongjo" panose="02000300000000000000" pitchFamily="2" charset="-127"/>
                  <a:ea typeface="NanumMyeongjo" panose="02000300000000000000" pitchFamily="2" charset="-127"/>
                </a:endParaRPr>
              </a:p>
            </p:txBody>
          </p:sp>
        </mc:Choice>
        <mc:Fallback xmlns=""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79FB7879-FB9E-F72B-F457-173F90AA06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0629" y="1007832"/>
                <a:ext cx="2153090" cy="553998"/>
              </a:xfrm>
              <a:prstGeom prst="rect">
                <a:avLst/>
              </a:prstGeom>
              <a:blipFill>
                <a:blip r:embed="rId3"/>
                <a:stretch>
                  <a:fillRect r="-588" b="-1363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88D02C21-FC51-1190-D0B4-B7AE7EE75416}"/>
                  </a:ext>
                </a:extLst>
              </p:cNvPr>
              <p:cNvSpPr txBox="1"/>
              <p:nvPr/>
            </p:nvSpPr>
            <p:spPr>
              <a:xfrm>
                <a:off x="3497402" y="4472815"/>
                <a:ext cx="776317" cy="37427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1" i="1" u="sng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u="sng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𝑼</m:t>
                          </m:r>
                        </m:e>
                        <m:sup>
                          <m:r>
                            <a:rPr lang="en-US" b="1" i="1" u="sng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r>
                        <a:rPr lang="en-US" b="1" i="1" u="sng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𝑿</m:t>
                      </m:r>
                    </m:oMath>
                  </m:oMathPara>
                </a14:m>
                <a:endParaRPr lang="en-KR" b="1" u="sng" dirty="0">
                  <a:latin typeface="NanumMyeongjo" panose="02000300000000000000" pitchFamily="2" charset="-127"/>
                  <a:ea typeface="NanumMyeongjo" panose="02000300000000000000" pitchFamily="2" charset="-127"/>
                </a:endParaRPr>
              </a:p>
            </p:txBody>
          </p:sp>
        </mc:Choice>
        <mc:Fallback xmlns=""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88D02C21-FC51-1190-D0B4-B7AE7EE754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97402" y="4472815"/>
                <a:ext cx="776317" cy="37427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B8C9AFC2-45BE-8FFB-5DBC-92EA9BD0180B}"/>
                  </a:ext>
                </a:extLst>
              </p:cNvPr>
              <p:cNvSpPr txBox="1"/>
              <p:nvPr/>
            </p:nvSpPr>
            <p:spPr>
              <a:xfrm>
                <a:off x="7776458" y="4477081"/>
                <a:ext cx="1398386" cy="37427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u="sng" smtClean="0">
                          <a:latin typeface="Cambria Math" panose="02040503050406030204" pitchFamily="18" charset="0"/>
                        </a:rPr>
                        <m:t>𝒉</m:t>
                      </m:r>
                      <m:r>
                        <a:rPr lang="en-US" b="1" i="1" u="sng" smtClean="0">
                          <a:latin typeface="Cambria Math" panose="02040503050406030204" pitchFamily="18" charset="0"/>
                        </a:rPr>
                        <m:t>(∧)</m:t>
                      </m:r>
                      <m:sSup>
                        <m:sSupPr>
                          <m:ctrlPr>
                            <a:rPr lang="en-US" b="1" i="1" u="sng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u="sng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𝑼</m:t>
                          </m:r>
                        </m:e>
                        <m:sup>
                          <m:r>
                            <a:rPr lang="en-US" b="1" i="1" u="sng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r>
                        <a:rPr lang="en-US" b="1" i="1" u="sng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𝑿</m:t>
                      </m:r>
                    </m:oMath>
                  </m:oMathPara>
                </a14:m>
                <a:endParaRPr lang="en-KR" b="1" i="1" u="sng" dirty="0">
                  <a:latin typeface="NanumMyeongjo" panose="02000300000000000000" pitchFamily="2" charset="-127"/>
                  <a:ea typeface="NanumMyeongjo" panose="02000300000000000000" pitchFamily="2" charset="-127"/>
                </a:endParaRPr>
              </a:p>
            </p:txBody>
          </p:sp>
        </mc:Choice>
        <mc:Fallback xmlns=""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B8C9AFC2-45BE-8FFB-5DBC-92EA9BD018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76458" y="4477081"/>
                <a:ext cx="1398386" cy="374270"/>
              </a:xfrm>
              <a:prstGeom prst="rect">
                <a:avLst/>
              </a:prstGeom>
              <a:blipFill>
                <a:blip r:embed="rId5"/>
                <a:stretch>
                  <a:fillRect b="-1290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1" name="직선 화살표 연결선 90">
            <a:extLst>
              <a:ext uri="{FF2B5EF4-FFF2-40B4-BE49-F238E27FC236}">
                <a16:creationId xmlns:a16="http://schemas.microsoft.com/office/drawing/2014/main" id="{CFB66603-CD90-B0D0-3BEF-BE635A8C7F34}"/>
              </a:ext>
            </a:extLst>
          </p:cNvPr>
          <p:cNvCxnSpPr>
            <a:cxnSpLocks/>
          </p:cNvCxnSpPr>
          <p:nvPr/>
        </p:nvCxnSpPr>
        <p:spPr>
          <a:xfrm flipV="1">
            <a:off x="1344349" y="4161198"/>
            <a:ext cx="0" cy="196104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3" name="직선 화살표 연결선 92">
            <a:extLst>
              <a:ext uri="{FF2B5EF4-FFF2-40B4-BE49-F238E27FC236}">
                <a16:creationId xmlns:a16="http://schemas.microsoft.com/office/drawing/2014/main" id="{5CABF7C6-50DE-A5D8-A649-422D84907121}"/>
              </a:ext>
            </a:extLst>
          </p:cNvPr>
          <p:cNvCxnSpPr>
            <a:cxnSpLocks/>
          </p:cNvCxnSpPr>
          <p:nvPr/>
        </p:nvCxnSpPr>
        <p:spPr>
          <a:xfrm>
            <a:off x="1131216" y="5912382"/>
            <a:ext cx="275434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BAE3DD71-BB92-10A4-2DC0-594C6A9D1DC2}"/>
                  </a:ext>
                </a:extLst>
              </p:cNvPr>
              <p:cNvSpPr txBox="1"/>
              <p:nvPr/>
            </p:nvSpPr>
            <p:spPr>
              <a:xfrm>
                <a:off x="1631386" y="5912382"/>
                <a:ext cx="30399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kumimoji="1" lang="en-US" altLang="ko-KR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1" lang="ko-KR" altLang="en-US" dirty="0"/>
              </a:p>
            </p:txBody>
          </p:sp>
        </mc:Choice>
        <mc:Fallback xmlns=""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BAE3DD71-BB92-10A4-2DC0-594C6A9D1D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1386" y="5912382"/>
                <a:ext cx="303994" cy="276999"/>
              </a:xfrm>
              <a:prstGeom prst="rect">
                <a:avLst/>
              </a:prstGeom>
              <a:blipFill>
                <a:blip r:embed="rId6"/>
                <a:stretch>
                  <a:fillRect l="-16000" b="-1739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직사각형 1">
            <a:extLst>
              <a:ext uri="{FF2B5EF4-FFF2-40B4-BE49-F238E27FC236}">
                <a16:creationId xmlns:a16="http://schemas.microsoft.com/office/drawing/2014/main" id="{DB7B5D6A-1151-C4D6-B40C-108F7C4EEA97}"/>
              </a:ext>
            </a:extLst>
          </p:cNvPr>
          <p:cNvSpPr/>
          <p:nvPr/>
        </p:nvSpPr>
        <p:spPr>
          <a:xfrm>
            <a:off x="1622909" y="4681001"/>
            <a:ext cx="320948" cy="123138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150921F-FCC7-3B0A-C633-97940467B78E}"/>
              </a:ext>
            </a:extLst>
          </p:cNvPr>
          <p:cNvSpPr/>
          <p:nvPr/>
        </p:nvSpPr>
        <p:spPr>
          <a:xfrm>
            <a:off x="2328106" y="5196844"/>
            <a:ext cx="320948" cy="71553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7C6CF27C-0871-4C85-15F8-346E671565E0}"/>
              </a:ext>
            </a:extLst>
          </p:cNvPr>
          <p:cNvSpPr/>
          <p:nvPr/>
        </p:nvSpPr>
        <p:spPr>
          <a:xfrm>
            <a:off x="3036700" y="5462181"/>
            <a:ext cx="320948" cy="45020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8188B0B-8FE1-3BFD-CFE4-4810D1825E15}"/>
              </a:ext>
            </a:extLst>
          </p:cNvPr>
          <p:cNvSpPr txBox="1"/>
          <p:nvPr/>
        </p:nvSpPr>
        <p:spPr>
          <a:xfrm>
            <a:off x="1543658" y="4082774"/>
            <a:ext cx="21514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>
                <a:latin typeface="NanumMyeongjo" panose="02000300000000000000" pitchFamily="2" charset="-127"/>
                <a:ea typeface="NanumMyeongjo" panose="02000300000000000000" pitchFamily="2" charset="-127"/>
              </a:rPr>
              <a:t>Frequency Domain</a:t>
            </a:r>
            <a:endParaRPr kumimoji="1" lang="ko-KR" altLang="en-US" dirty="0">
              <a:latin typeface="NanumMyeongjo" panose="02000300000000000000" pitchFamily="2" charset="-127"/>
              <a:ea typeface="NanumMyeongjo" panose="02000300000000000000" pitchFamily="2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385D6FE-7926-3DC2-FFB5-C19F9A4D2CC0}"/>
              </a:ext>
            </a:extLst>
          </p:cNvPr>
          <p:cNvSpPr txBox="1"/>
          <p:nvPr/>
        </p:nvSpPr>
        <p:spPr>
          <a:xfrm>
            <a:off x="6240949" y="4082774"/>
            <a:ext cx="21514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>
                <a:latin typeface="NanumMyeongjo" panose="02000300000000000000" pitchFamily="2" charset="-127"/>
                <a:ea typeface="NanumMyeongjo" panose="02000300000000000000" pitchFamily="2" charset="-127"/>
              </a:rPr>
              <a:t>Frequency Domain</a:t>
            </a:r>
            <a:endParaRPr kumimoji="1" lang="ko-KR" altLang="en-US" dirty="0">
              <a:latin typeface="NanumMyeongjo" panose="02000300000000000000" pitchFamily="2" charset="-127"/>
              <a:ea typeface="NanumMyeongjo" panose="02000300000000000000" pitchFamily="2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3929B5D-AAAD-0467-7B5D-97F012E16AF6}"/>
                  </a:ext>
                </a:extLst>
              </p:cNvPr>
              <p:cNvSpPr txBox="1"/>
              <p:nvPr/>
            </p:nvSpPr>
            <p:spPr>
              <a:xfrm>
                <a:off x="2359832" y="5912381"/>
                <a:ext cx="30931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kumimoji="1" lang="en-US" altLang="ko-KR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kumimoji="1" lang="ko-KR" altLang="en-US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3929B5D-AAAD-0467-7B5D-97F012E16A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59832" y="5912381"/>
                <a:ext cx="309315" cy="276999"/>
              </a:xfrm>
              <a:prstGeom prst="rect">
                <a:avLst/>
              </a:prstGeom>
              <a:blipFill>
                <a:blip r:embed="rId7"/>
                <a:stretch>
                  <a:fillRect l="-11538" b="-1739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29BA3418-F98B-37D3-9FB9-41BD1F26EEB7}"/>
                  </a:ext>
                </a:extLst>
              </p:cNvPr>
              <p:cNvSpPr txBox="1"/>
              <p:nvPr/>
            </p:nvSpPr>
            <p:spPr>
              <a:xfrm>
                <a:off x="3042516" y="5912380"/>
                <a:ext cx="30931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kumimoji="1" lang="en-US" altLang="ko-KR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kumimoji="1" lang="ko-KR" altLang="en-US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29BA3418-F98B-37D3-9FB9-41BD1F26EE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2516" y="5912380"/>
                <a:ext cx="309315" cy="276999"/>
              </a:xfrm>
              <a:prstGeom prst="rect">
                <a:avLst/>
              </a:prstGeom>
              <a:blipFill>
                <a:blip r:embed="rId8"/>
                <a:stretch>
                  <a:fillRect l="-12000" b="-1739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0CC2266B-95C6-3170-8C6F-6B7FB0E0C6F9}"/>
              </a:ext>
            </a:extLst>
          </p:cNvPr>
          <p:cNvCxnSpPr>
            <a:cxnSpLocks/>
          </p:cNvCxnSpPr>
          <p:nvPr/>
        </p:nvCxnSpPr>
        <p:spPr>
          <a:xfrm flipV="1">
            <a:off x="6011987" y="4161196"/>
            <a:ext cx="0" cy="196104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0C56967A-D778-5762-BB32-C74C81A358E8}"/>
              </a:ext>
            </a:extLst>
          </p:cNvPr>
          <p:cNvCxnSpPr>
            <a:cxnSpLocks/>
          </p:cNvCxnSpPr>
          <p:nvPr/>
        </p:nvCxnSpPr>
        <p:spPr>
          <a:xfrm>
            <a:off x="5798854" y="5912380"/>
            <a:ext cx="275434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83348534-3CE6-3B82-AD08-FC23DE725ABF}"/>
                  </a:ext>
                </a:extLst>
              </p:cNvPr>
              <p:cNvSpPr txBox="1"/>
              <p:nvPr/>
            </p:nvSpPr>
            <p:spPr>
              <a:xfrm>
                <a:off x="6299024" y="5912380"/>
                <a:ext cx="30399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kumimoji="1" lang="en-US" altLang="ko-KR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1" lang="ko-KR" altLang="en-US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83348534-3CE6-3B82-AD08-FC23DE725A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99024" y="5912380"/>
                <a:ext cx="303994" cy="276999"/>
              </a:xfrm>
              <a:prstGeom prst="rect">
                <a:avLst/>
              </a:prstGeom>
              <a:blipFill>
                <a:blip r:embed="rId9"/>
                <a:stretch>
                  <a:fillRect l="-12000" r="-4000" b="-1739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직사각형 19">
            <a:extLst>
              <a:ext uri="{FF2B5EF4-FFF2-40B4-BE49-F238E27FC236}">
                <a16:creationId xmlns:a16="http://schemas.microsoft.com/office/drawing/2014/main" id="{769F555C-AFEE-1A2C-32AB-F98CDCCEDB20}"/>
              </a:ext>
            </a:extLst>
          </p:cNvPr>
          <p:cNvSpPr/>
          <p:nvPr/>
        </p:nvSpPr>
        <p:spPr>
          <a:xfrm>
            <a:off x="6290547" y="4680999"/>
            <a:ext cx="320948" cy="123138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12F3DB3F-6048-E41B-A77C-AE0AB780A807}"/>
              </a:ext>
            </a:extLst>
          </p:cNvPr>
          <p:cNvSpPr/>
          <p:nvPr/>
        </p:nvSpPr>
        <p:spPr>
          <a:xfrm>
            <a:off x="6995744" y="5196842"/>
            <a:ext cx="320948" cy="71553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9086C4F5-50BA-4876-7759-389FA09B355B}"/>
                  </a:ext>
                </a:extLst>
              </p:cNvPr>
              <p:cNvSpPr txBox="1"/>
              <p:nvPr/>
            </p:nvSpPr>
            <p:spPr>
              <a:xfrm>
                <a:off x="7027470" y="5912379"/>
                <a:ext cx="30931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kumimoji="1" lang="en-US" altLang="ko-KR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kumimoji="1" lang="ko-KR" altLang="en-US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9086C4F5-50BA-4876-7759-389FA09B35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27470" y="5912379"/>
                <a:ext cx="309315" cy="276999"/>
              </a:xfrm>
              <a:prstGeom prst="rect">
                <a:avLst/>
              </a:prstGeom>
              <a:blipFill>
                <a:blip r:embed="rId10"/>
                <a:stretch>
                  <a:fillRect l="-12000" b="-1739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A0BB20FF-AEC0-9CAF-0000-89D784DCB136}"/>
                  </a:ext>
                </a:extLst>
              </p:cNvPr>
              <p:cNvSpPr txBox="1"/>
              <p:nvPr/>
            </p:nvSpPr>
            <p:spPr>
              <a:xfrm>
                <a:off x="7710154" y="5912378"/>
                <a:ext cx="30931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kumimoji="1" lang="en-US" altLang="ko-KR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kumimoji="1" lang="ko-KR" altLang="en-US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A0BB20FF-AEC0-9CAF-0000-89D784DCB1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10154" y="5912378"/>
                <a:ext cx="309315" cy="276999"/>
              </a:xfrm>
              <a:prstGeom prst="rect">
                <a:avLst/>
              </a:prstGeom>
              <a:blipFill>
                <a:blip r:embed="rId11"/>
                <a:stretch>
                  <a:fillRect l="-16000" b="-1739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곱하기 24">
            <a:extLst>
              <a:ext uri="{FF2B5EF4-FFF2-40B4-BE49-F238E27FC236}">
                <a16:creationId xmlns:a16="http://schemas.microsoft.com/office/drawing/2014/main" id="{796EC0E7-F660-F6D7-0227-329ED35C224F}"/>
              </a:ext>
            </a:extLst>
          </p:cNvPr>
          <p:cNvSpPr/>
          <p:nvPr/>
        </p:nvSpPr>
        <p:spPr>
          <a:xfrm>
            <a:off x="7547333" y="5349244"/>
            <a:ext cx="586058" cy="563173"/>
          </a:xfrm>
          <a:prstGeom prst="mathMultiply">
            <a:avLst>
              <a:gd name="adj1" fmla="val 1061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22840C3-B9B2-85B6-81CE-A482E632F11A}"/>
              </a:ext>
            </a:extLst>
          </p:cNvPr>
          <p:cNvSpPr txBox="1"/>
          <p:nvPr/>
        </p:nvSpPr>
        <p:spPr>
          <a:xfrm>
            <a:off x="7316692" y="5063512"/>
            <a:ext cx="11285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>
                <a:latin typeface="NanumMyeongjo" panose="02000300000000000000" pitchFamily="2" charset="-127"/>
                <a:ea typeface="NanumMyeongjo" panose="02000300000000000000" pitchFamily="2" charset="-127"/>
              </a:rPr>
              <a:t>Filter out</a:t>
            </a:r>
            <a:endParaRPr kumimoji="1" lang="ko-KR" altLang="en-US" dirty="0">
              <a:latin typeface="NanumMyeongjo" panose="02000300000000000000" pitchFamily="2" charset="-127"/>
              <a:ea typeface="NanumMyeongjo" panose="020003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210203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 descr="블랙, 어둠이(가) 표시된 사진&#10;&#10;자동 생성된 설명">
            <a:extLst>
              <a:ext uri="{FF2B5EF4-FFF2-40B4-BE49-F238E27FC236}">
                <a16:creationId xmlns:a16="http://schemas.microsoft.com/office/drawing/2014/main" id="{06648B2D-C1AE-37DF-9D97-5152CA2843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7474" y="2631002"/>
            <a:ext cx="655200" cy="655200"/>
          </a:xfrm>
          <a:prstGeom prst="rect">
            <a:avLst/>
          </a:prstGeom>
        </p:spPr>
      </p:pic>
      <p:pic>
        <p:nvPicPr>
          <p:cNvPr id="9" name="그림 8" descr="블랙, 어둠이(가) 표시된 사진&#10;&#10;자동 생성된 설명">
            <a:extLst>
              <a:ext uri="{FF2B5EF4-FFF2-40B4-BE49-F238E27FC236}">
                <a16:creationId xmlns:a16="http://schemas.microsoft.com/office/drawing/2014/main" id="{A2DDE39D-EFA1-8B9E-15DC-D95068D993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0408" y="4130184"/>
            <a:ext cx="655200" cy="655200"/>
          </a:xfrm>
          <a:prstGeom prst="rect">
            <a:avLst/>
          </a:prstGeom>
        </p:spPr>
      </p:pic>
      <p:pic>
        <p:nvPicPr>
          <p:cNvPr id="10" name="그림 9" descr="블랙, 어둠이(가) 표시된 사진&#10;&#10;자동 생성된 설명">
            <a:extLst>
              <a:ext uri="{FF2B5EF4-FFF2-40B4-BE49-F238E27FC236}">
                <a16:creationId xmlns:a16="http://schemas.microsoft.com/office/drawing/2014/main" id="{F4F56389-F31A-D78E-2C01-73499F856C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9383" y="4130184"/>
            <a:ext cx="655200" cy="655200"/>
          </a:xfrm>
          <a:prstGeom prst="rect">
            <a:avLst/>
          </a:prstGeom>
        </p:spPr>
      </p:pic>
      <p:pic>
        <p:nvPicPr>
          <p:cNvPr id="11" name="그림 10" descr="블랙, 어둠이(가) 표시된 사진&#10;&#10;자동 생성된 설명">
            <a:extLst>
              <a:ext uri="{FF2B5EF4-FFF2-40B4-BE49-F238E27FC236}">
                <a16:creationId xmlns:a16="http://schemas.microsoft.com/office/drawing/2014/main" id="{09C270B1-5327-4444-0AF1-1B3924BF6A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9896" y="4248021"/>
            <a:ext cx="655200" cy="6552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8986E4D-D0BE-E1A6-241F-136C95022996}"/>
              </a:ext>
            </a:extLst>
          </p:cNvPr>
          <p:cNvSpPr txBox="1"/>
          <p:nvPr/>
        </p:nvSpPr>
        <p:spPr>
          <a:xfrm>
            <a:off x="2435515" y="3275061"/>
            <a:ext cx="1152880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500" dirty="0">
                <a:latin typeface="NanumMyeongjo" panose="02000300000000000000" pitchFamily="2" charset="-127"/>
                <a:ea typeface="NanumMyeongjo" panose="02000300000000000000" pitchFamily="2" charset="-127"/>
              </a:rPr>
              <a:t>User profile</a:t>
            </a:r>
            <a:endParaRPr kumimoji="1" lang="ko-KR" altLang="en-US" sz="1500" dirty="0">
              <a:latin typeface="NanumMyeongjo" panose="02000300000000000000" pitchFamily="2" charset="-127"/>
              <a:ea typeface="NanumMyeongjo" panose="02000300000000000000" pitchFamily="2" charset="-127"/>
            </a:endParaRPr>
          </a:p>
        </p:txBody>
      </p:sp>
      <p:pic>
        <p:nvPicPr>
          <p:cNvPr id="13" name="그림 12" descr="블랙, 어둠이(가) 표시된 사진&#10;&#10;자동 생성된 설명">
            <a:extLst>
              <a:ext uri="{FF2B5EF4-FFF2-40B4-BE49-F238E27FC236}">
                <a16:creationId xmlns:a16="http://schemas.microsoft.com/office/drawing/2014/main" id="{8451693F-9E69-FE76-49EF-18476C35B1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63487" y="4208568"/>
            <a:ext cx="655200" cy="6552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77F5310B-135E-7958-3395-C3209283800C}"/>
              </a:ext>
            </a:extLst>
          </p:cNvPr>
          <p:cNvSpPr txBox="1"/>
          <p:nvPr/>
        </p:nvSpPr>
        <p:spPr>
          <a:xfrm>
            <a:off x="9068535" y="3649795"/>
            <a:ext cx="845103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ko-KR" sz="1500" dirty="0">
                <a:latin typeface="NanumMyeongjo" panose="02000300000000000000" pitchFamily="2" charset="-127"/>
                <a:ea typeface="NanumMyeongjo" panose="02000300000000000000" pitchFamily="2" charset="-127"/>
              </a:rPr>
              <a:t>User</a:t>
            </a:r>
            <a:br>
              <a:rPr kumimoji="1" lang="en-US" altLang="ko-KR" sz="1500" dirty="0">
                <a:latin typeface="NanumMyeongjo" panose="02000300000000000000" pitchFamily="2" charset="-127"/>
                <a:ea typeface="NanumMyeongjo" panose="02000300000000000000" pitchFamily="2" charset="-127"/>
              </a:rPr>
            </a:br>
            <a:r>
              <a:rPr kumimoji="1" lang="en-US" altLang="ko-KR" sz="1500" dirty="0">
                <a:latin typeface="NanumMyeongjo" panose="02000300000000000000" pitchFamily="2" charset="-127"/>
                <a:ea typeface="NanumMyeongjo" panose="02000300000000000000" pitchFamily="2" charset="-127"/>
              </a:rPr>
              <a:t>Request</a:t>
            </a:r>
            <a:endParaRPr kumimoji="1" lang="ko-KR" altLang="en-US" sz="1500" dirty="0">
              <a:latin typeface="NanumMyeongjo" panose="02000300000000000000" pitchFamily="2" charset="-127"/>
              <a:ea typeface="NanumMyeongjo" panose="02000300000000000000" pitchFamily="2" charset="-127"/>
            </a:endParaRPr>
          </a:p>
        </p:txBody>
      </p: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A39645EC-4A51-0436-75E1-3763524AB99D}"/>
              </a:ext>
            </a:extLst>
          </p:cNvPr>
          <p:cNvCxnSpPr>
            <a:cxnSpLocks/>
            <a:stCxn id="13" idx="1"/>
          </p:cNvCxnSpPr>
          <p:nvPr/>
        </p:nvCxnSpPr>
        <p:spPr>
          <a:xfrm flipH="1">
            <a:off x="8438044" y="4536168"/>
            <a:ext cx="725443" cy="129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" name="모서리가 둥근 직사각형 16">
            <a:extLst>
              <a:ext uri="{FF2B5EF4-FFF2-40B4-BE49-F238E27FC236}">
                <a16:creationId xmlns:a16="http://schemas.microsoft.com/office/drawing/2014/main" id="{B774A99D-6FF0-6652-49E6-AE25A5F82FD1}"/>
              </a:ext>
            </a:extLst>
          </p:cNvPr>
          <p:cNvSpPr/>
          <p:nvPr/>
        </p:nvSpPr>
        <p:spPr>
          <a:xfrm>
            <a:off x="6537960" y="1796143"/>
            <a:ext cx="2442754" cy="4023360"/>
          </a:xfrm>
          <a:prstGeom prst="round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F9D78FEC-CC52-A7C7-400B-3DA3EF40B7E4}"/>
              </a:ext>
            </a:extLst>
          </p:cNvPr>
          <p:cNvSpPr/>
          <p:nvPr/>
        </p:nvSpPr>
        <p:spPr>
          <a:xfrm>
            <a:off x="7303177" y="4171701"/>
            <a:ext cx="1426029" cy="7315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500" dirty="0">
                <a:solidFill>
                  <a:schemeClr val="tx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Query</a:t>
            </a:r>
          </a:p>
          <a:p>
            <a:pPr algn="ctr"/>
            <a:r>
              <a:rPr kumimoji="1" lang="en-US" altLang="ko-KR" sz="1500" dirty="0">
                <a:solidFill>
                  <a:schemeClr val="tx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Transformer</a:t>
            </a:r>
            <a:endParaRPr kumimoji="1" lang="ko-KR" altLang="en-US" sz="1500" dirty="0">
              <a:solidFill>
                <a:schemeClr val="tx1"/>
              </a:solidFill>
              <a:latin typeface="NanumMyeongjo" panose="02000300000000000000" pitchFamily="2" charset="-127"/>
              <a:ea typeface="NanumMyeongjo" panose="02000300000000000000" pitchFamily="2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8B03101-FB57-A86C-BB9A-BD16C3BC2148}"/>
              </a:ext>
            </a:extLst>
          </p:cNvPr>
          <p:cNvSpPr txBox="1"/>
          <p:nvPr/>
        </p:nvSpPr>
        <p:spPr>
          <a:xfrm>
            <a:off x="6861495" y="5061921"/>
            <a:ext cx="179568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ko-KR" sz="2000" dirty="0">
                <a:latin typeface="NanumMyeongjo" panose="02000300000000000000" pitchFamily="2" charset="-127"/>
                <a:ea typeface="NanumMyeongjo" panose="02000300000000000000" pitchFamily="2" charset="-127"/>
              </a:rPr>
              <a:t>Content based</a:t>
            </a:r>
            <a:br>
              <a:rPr kumimoji="1" lang="en-US" altLang="ko-KR" sz="2000" dirty="0">
                <a:latin typeface="NanumMyeongjo" panose="02000300000000000000" pitchFamily="2" charset="-127"/>
                <a:ea typeface="NanumMyeongjo" panose="02000300000000000000" pitchFamily="2" charset="-127"/>
              </a:rPr>
            </a:br>
            <a:r>
              <a:rPr kumimoji="1" lang="en-US" altLang="ko-KR" sz="2000" dirty="0">
                <a:latin typeface="NanumMyeongjo" panose="02000300000000000000" pitchFamily="2" charset="-127"/>
                <a:ea typeface="NanumMyeongjo" panose="02000300000000000000" pitchFamily="2" charset="-127"/>
              </a:rPr>
              <a:t>Recommender</a:t>
            </a:r>
            <a:endParaRPr kumimoji="1" lang="ko-KR" altLang="en-US" sz="2000" dirty="0">
              <a:latin typeface="NanumMyeongjo" panose="02000300000000000000" pitchFamily="2" charset="-127"/>
              <a:ea typeface="NanumMyeongjo" panose="02000300000000000000" pitchFamily="2" charset="-127"/>
            </a:endParaRPr>
          </a:p>
        </p:txBody>
      </p:sp>
      <p:sp>
        <p:nvSpPr>
          <p:cNvPr id="20" name="모서리가 둥근 직사각형 19">
            <a:extLst>
              <a:ext uri="{FF2B5EF4-FFF2-40B4-BE49-F238E27FC236}">
                <a16:creationId xmlns:a16="http://schemas.microsoft.com/office/drawing/2014/main" id="{54589A58-6F74-23B2-DE12-BD71CCC877A5}"/>
              </a:ext>
            </a:extLst>
          </p:cNvPr>
          <p:cNvSpPr/>
          <p:nvPr/>
        </p:nvSpPr>
        <p:spPr>
          <a:xfrm>
            <a:off x="3789001" y="1179633"/>
            <a:ext cx="2442754" cy="4639870"/>
          </a:xfrm>
          <a:prstGeom prst="round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FF3E02B-DDFD-065E-BF4E-33AE9FA3AD8A}"/>
              </a:ext>
            </a:extLst>
          </p:cNvPr>
          <p:cNvSpPr txBox="1"/>
          <p:nvPr/>
        </p:nvSpPr>
        <p:spPr>
          <a:xfrm>
            <a:off x="4152899" y="5127297"/>
            <a:ext cx="179568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ko-KR" sz="2000" dirty="0">
                <a:latin typeface="NanumMyeongjo" panose="02000300000000000000" pitchFamily="2" charset="-127"/>
                <a:ea typeface="NanumMyeongjo" panose="02000300000000000000" pitchFamily="2" charset="-127"/>
              </a:rPr>
              <a:t>Collaborative</a:t>
            </a:r>
          </a:p>
          <a:p>
            <a:pPr algn="ctr"/>
            <a:r>
              <a:rPr kumimoji="1" lang="en-US" altLang="ko-KR" sz="2000" dirty="0">
                <a:latin typeface="NanumMyeongjo" panose="02000300000000000000" pitchFamily="2" charset="-127"/>
                <a:ea typeface="NanumMyeongjo" panose="02000300000000000000" pitchFamily="2" charset="-127"/>
              </a:rPr>
              <a:t>Recommender</a:t>
            </a:r>
            <a:endParaRPr kumimoji="1" lang="ko-KR" altLang="en-US" sz="2000" dirty="0">
              <a:latin typeface="NanumMyeongjo" panose="02000300000000000000" pitchFamily="2" charset="-127"/>
              <a:ea typeface="NanumMyeongjo" panose="02000300000000000000" pitchFamily="2" charset="-127"/>
            </a:endParaRPr>
          </a:p>
        </p:txBody>
      </p:sp>
      <p:sp>
        <p:nvSpPr>
          <p:cNvPr id="22" name="모서리가 둥근 직사각형 21">
            <a:extLst>
              <a:ext uri="{FF2B5EF4-FFF2-40B4-BE49-F238E27FC236}">
                <a16:creationId xmlns:a16="http://schemas.microsoft.com/office/drawing/2014/main" id="{B3996BAD-CEEA-66FB-F518-30D080036165}"/>
              </a:ext>
            </a:extLst>
          </p:cNvPr>
          <p:cNvSpPr/>
          <p:nvPr/>
        </p:nvSpPr>
        <p:spPr>
          <a:xfrm>
            <a:off x="3995019" y="3725526"/>
            <a:ext cx="1584392" cy="1365213"/>
          </a:xfrm>
          <a:prstGeom prst="round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D4CC9CA-F446-F58C-19B2-291CA25100D9}"/>
              </a:ext>
            </a:extLst>
          </p:cNvPr>
          <p:cNvSpPr txBox="1"/>
          <p:nvPr/>
        </p:nvSpPr>
        <p:spPr>
          <a:xfrm>
            <a:off x="4100876" y="3803684"/>
            <a:ext cx="1457451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ko-KR" sz="1500" dirty="0">
                <a:latin typeface="NanumMyeongjo" panose="02000300000000000000" pitchFamily="2" charset="-127"/>
                <a:ea typeface="NanumMyeongjo" panose="02000300000000000000" pitchFamily="2" charset="-127"/>
              </a:rPr>
              <a:t>Grouping users</a:t>
            </a:r>
            <a:endParaRPr kumimoji="1" lang="ko-KR" altLang="en-US" sz="1500" dirty="0">
              <a:latin typeface="NanumMyeongjo" panose="02000300000000000000" pitchFamily="2" charset="-127"/>
              <a:ea typeface="NanumMyeongjo" panose="02000300000000000000" pitchFamily="2" charset="-127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BD492D6A-2837-8954-D1DB-20F740013D79}"/>
              </a:ext>
            </a:extLst>
          </p:cNvPr>
          <p:cNvSpPr/>
          <p:nvPr/>
        </p:nvSpPr>
        <p:spPr>
          <a:xfrm>
            <a:off x="4038923" y="2596097"/>
            <a:ext cx="1426029" cy="7315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500" dirty="0">
                <a:solidFill>
                  <a:schemeClr val="tx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Friendship</a:t>
            </a:r>
          </a:p>
          <a:p>
            <a:pPr algn="ctr"/>
            <a:r>
              <a:rPr kumimoji="1" lang="en-US" altLang="ko-KR" sz="1500" dirty="0">
                <a:solidFill>
                  <a:schemeClr val="tx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finder</a:t>
            </a:r>
            <a:endParaRPr kumimoji="1" lang="ko-KR" altLang="en-US" sz="1500" dirty="0">
              <a:solidFill>
                <a:schemeClr val="tx1"/>
              </a:solidFill>
              <a:latin typeface="NanumMyeongjo" panose="02000300000000000000" pitchFamily="2" charset="-127"/>
              <a:ea typeface="NanumMyeongjo" panose="02000300000000000000" pitchFamily="2" charset="-127"/>
            </a:endParaRPr>
          </a:p>
        </p:txBody>
      </p: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2F6C3DA6-780A-7B36-2AB4-FDC33DF2A499}"/>
              </a:ext>
            </a:extLst>
          </p:cNvPr>
          <p:cNvCxnSpPr>
            <a:cxnSpLocks/>
            <a:stCxn id="8" idx="3"/>
            <a:endCxn id="24" idx="1"/>
          </p:cNvCxnSpPr>
          <p:nvPr/>
        </p:nvCxnSpPr>
        <p:spPr>
          <a:xfrm>
            <a:off x="3342674" y="2958602"/>
            <a:ext cx="696249" cy="325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0" name="원통[C] 29">
            <a:extLst>
              <a:ext uri="{FF2B5EF4-FFF2-40B4-BE49-F238E27FC236}">
                <a16:creationId xmlns:a16="http://schemas.microsoft.com/office/drawing/2014/main" id="{821D6FD7-3811-63DE-5FA3-9AC8D613A333}"/>
              </a:ext>
            </a:extLst>
          </p:cNvPr>
          <p:cNvSpPr/>
          <p:nvPr/>
        </p:nvSpPr>
        <p:spPr>
          <a:xfrm>
            <a:off x="5842937" y="2887310"/>
            <a:ext cx="1110343" cy="1162595"/>
          </a:xfrm>
          <a:prstGeom prst="ca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dirty="0">
                <a:solidFill>
                  <a:schemeClr val="tx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Items</a:t>
            </a:r>
          </a:p>
          <a:p>
            <a:pPr algn="ctr"/>
            <a:r>
              <a:rPr kumimoji="1" lang="en-US" altLang="ko-KR" sz="1800" dirty="0">
                <a:solidFill>
                  <a:schemeClr val="tx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Database</a:t>
            </a:r>
          </a:p>
        </p:txBody>
      </p:sp>
      <p:cxnSp>
        <p:nvCxnSpPr>
          <p:cNvPr id="31" name="직선 화살표 연결선 30">
            <a:extLst>
              <a:ext uri="{FF2B5EF4-FFF2-40B4-BE49-F238E27FC236}">
                <a16:creationId xmlns:a16="http://schemas.microsoft.com/office/drawing/2014/main" id="{78FA632A-7F30-AEB1-9163-03FDAA74CD17}"/>
              </a:ext>
            </a:extLst>
          </p:cNvPr>
          <p:cNvCxnSpPr>
            <a:cxnSpLocks/>
            <a:stCxn id="24" idx="0"/>
          </p:cNvCxnSpPr>
          <p:nvPr/>
        </p:nvCxnSpPr>
        <p:spPr>
          <a:xfrm flipV="1">
            <a:off x="4751938" y="2214154"/>
            <a:ext cx="0" cy="38194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5D966DE8-163C-80F4-EF99-BE1080B7F940}"/>
              </a:ext>
            </a:extLst>
          </p:cNvPr>
          <p:cNvSpPr/>
          <p:nvPr/>
        </p:nvSpPr>
        <p:spPr>
          <a:xfrm>
            <a:off x="4387709" y="1351236"/>
            <a:ext cx="1584392" cy="46500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en-US" altLang="ko-KR" sz="1000" dirty="0">
              <a:solidFill>
                <a:schemeClr val="tx1"/>
              </a:solidFill>
              <a:latin typeface="NanumMyeongjo" panose="02000300000000000000" pitchFamily="2" charset="-127"/>
              <a:ea typeface="NanumMyeongjo" panose="02000300000000000000" pitchFamily="2" charset="-127"/>
            </a:endParaRP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34355B36-1B24-82EE-47A1-D989F117A966}"/>
              </a:ext>
            </a:extLst>
          </p:cNvPr>
          <p:cNvSpPr/>
          <p:nvPr/>
        </p:nvSpPr>
        <p:spPr>
          <a:xfrm>
            <a:off x="4258545" y="1478177"/>
            <a:ext cx="1584392" cy="46500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en-US" altLang="ko-KR" sz="1000" dirty="0">
              <a:solidFill>
                <a:schemeClr val="tx1"/>
              </a:solidFill>
              <a:latin typeface="NanumMyeongjo" panose="02000300000000000000" pitchFamily="2" charset="-127"/>
              <a:ea typeface="NanumMyeongjo" panose="02000300000000000000" pitchFamily="2" charset="-127"/>
            </a:endParaRP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4AFAA156-796D-AA5E-D1FE-2140516B35D1}"/>
              </a:ext>
            </a:extLst>
          </p:cNvPr>
          <p:cNvSpPr/>
          <p:nvPr/>
        </p:nvSpPr>
        <p:spPr>
          <a:xfrm>
            <a:off x="4108006" y="1661898"/>
            <a:ext cx="1584392" cy="46500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300" dirty="0">
                <a:solidFill>
                  <a:schemeClr val="tx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Recommendations</a:t>
            </a:r>
          </a:p>
        </p:txBody>
      </p:sp>
      <p:cxnSp>
        <p:nvCxnSpPr>
          <p:cNvPr id="44" name="꺾인 연결선[E] 43">
            <a:extLst>
              <a:ext uri="{FF2B5EF4-FFF2-40B4-BE49-F238E27FC236}">
                <a16:creationId xmlns:a16="http://schemas.microsoft.com/office/drawing/2014/main" id="{64BB81DF-0553-C20E-316F-300994E38013}"/>
              </a:ext>
            </a:extLst>
          </p:cNvPr>
          <p:cNvCxnSpPr>
            <a:stCxn id="36" idx="3"/>
          </p:cNvCxnSpPr>
          <p:nvPr/>
        </p:nvCxnSpPr>
        <p:spPr>
          <a:xfrm flipV="1">
            <a:off x="5972101" y="1071154"/>
            <a:ext cx="1146838" cy="512587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AF19F526-966C-51C6-4637-B0576DF6FC86}"/>
              </a:ext>
            </a:extLst>
          </p:cNvPr>
          <p:cNvSpPr/>
          <p:nvPr/>
        </p:nvSpPr>
        <p:spPr>
          <a:xfrm>
            <a:off x="7130079" y="862438"/>
            <a:ext cx="1146838" cy="46500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500" dirty="0">
                <a:solidFill>
                  <a:schemeClr val="tx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Ranking</a:t>
            </a:r>
          </a:p>
        </p:txBody>
      </p:sp>
      <p:sp>
        <p:nvSpPr>
          <p:cNvPr id="46" name="구름 45">
            <a:extLst>
              <a:ext uri="{FF2B5EF4-FFF2-40B4-BE49-F238E27FC236}">
                <a16:creationId xmlns:a16="http://schemas.microsoft.com/office/drawing/2014/main" id="{BD78AD47-99FB-4938-5DC7-E922434FAE78}"/>
              </a:ext>
            </a:extLst>
          </p:cNvPr>
          <p:cNvSpPr/>
          <p:nvPr/>
        </p:nvSpPr>
        <p:spPr>
          <a:xfrm>
            <a:off x="7164171" y="3123010"/>
            <a:ext cx="1704039" cy="691193"/>
          </a:xfrm>
          <a:prstGeom prst="cloud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300" dirty="0">
                <a:solidFill>
                  <a:schemeClr val="tx1"/>
                </a:solidFill>
              </a:rPr>
              <a:t>Matchmaker</a:t>
            </a:r>
            <a:endParaRPr kumimoji="1" lang="ko-KR" altLang="en-US" sz="1300" dirty="0">
              <a:solidFill>
                <a:schemeClr val="tx1"/>
              </a:solidFill>
            </a:endParaRPr>
          </a:p>
        </p:txBody>
      </p:sp>
      <p:cxnSp>
        <p:nvCxnSpPr>
          <p:cNvPr id="48" name="직선 화살표 연결선 47">
            <a:extLst>
              <a:ext uri="{FF2B5EF4-FFF2-40B4-BE49-F238E27FC236}">
                <a16:creationId xmlns:a16="http://schemas.microsoft.com/office/drawing/2014/main" id="{221CA1BF-6042-E2AA-0A86-4CA4923E71E8}"/>
              </a:ext>
            </a:extLst>
          </p:cNvPr>
          <p:cNvCxnSpPr>
            <a:cxnSpLocks/>
            <a:stCxn id="18" idx="0"/>
            <a:endCxn id="46" idx="1"/>
          </p:cNvCxnSpPr>
          <p:nvPr/>
        </p:nvCxnSpPr>
        <p:spPr>
          <a:xfrm flipH="1" flipV="1">
            <a:off x="8016191" y="3813467"/>
            <a:ext cx="1" cy="35823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1" name="직선 화살표 연결선 50">
            <a:extLst>
              <a:ext uri="{FF2B5EF4-FFF2-40B4-BE49-F238E27FC236}">
                <a16:creationId xmlns:a16="http://schemas.microsoft.com/office/drawing/2014/main" id="{CA0D8512-06D3-3CDC-865A-58E7D2789A59}"/>
              </a:ext>
            </a:extLst>
          </p:cNvPr>
          <p:cNvCxnSpPr>
            <a:cxnSpLocks/>
            <a:stCxn id="30" idx="4"/>
            <a:endCxn id="46" idx="2"/>
          </p:cNvCxnSpPr>
          <p:nvPr/>
        </p:nvCxnSpPr>
        <p:spPr>
          <a:xfrm flipV="1">
            <a:off x="6953280" y="3468607"/>
            <a:ext cx="216177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B3E57A80-DA73-4FA2-29CE-A80A4D43AF7D}"/>
              </a:ext>
            </a:extLst>
          </p:cNvPr>
          <p:cNvSpPr/>
          <p:nvPr/>
        </p:nvSpPr>
        <p:spPr>
          <a:xfrm>
            <a:off x="7266398" y="1998546"/>
            <a:ext cx="1584392" cy="46500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en-US" altLang="ko-KR" sz="1000" dirty="0">
              <a:solidFill>
                <a:schemeClr val="tx1"/>
              </a:solidFill>
              <a:latin typeface="NanumMyeongjo" panose="02000300000000000000" pitchFamily="2" charset="-127"/>
              <a:ea typeface="NanumMyeongjo" panose="02000300000000000000" pitchFamily="2" charset="-127"/>
            </a:endParaRP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539C6171-70B9-908D-5A6E-C5288347F7A3}"/>
              </a:ext>
            </a:extLst>
          </p:cNvPr>
          <p:cNvSpPr/>
          <p:nvPr/>
        </p:nvSpPr>
        <p:spPr>
          <a:xfrm>
            <a:off x="7137234" y="2125487"/>
            <a:ext cx="1584392" cy="46500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en-US" altLang="ko-KR" sz="1000" dirty="0">
              <a:solidFill>
                <a:schemeClr val="tx1"/>
              </a:solidFill>
              <a:latin typeface="NanumMyeongjo" panose="02000300000000000000" pitchFamily="2" charset="-127"/>
              <a:ea typeface="NanumMyeongjo" panose="02000300000000000000" pitchFamily="2" charset="-127"/>
            </a:endParaRP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C7262886-7705-1D4D-CDF4-22E6AD74AD6C}"/>
              </a:ext>
            </a:extLst>
          </p:cNvPr>
          <p:cNvSpPr/>
          <p:nvPr/>
        </p:nvSpPr>
        <p:spPr>
          <a:xfrm>
            <a:off x="6986695" y="2309208"/>
            <a:ext cx="1584392" cy="46500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300" dirty="0">
                <a:solidFill>
                  <a:schemeClr val="tx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Recommendations</a:t>
            </a:r>
          </a:p>
        </p:txBody>
      </p:sp>
      <p:cxnSp>
        <p:nvCxnSpPr>
          <p:cNvPr id="57" name="직선 화살표 연결선 56">
            <a:extLst>
              <a:ext uri="{FF2B5EF4-FFF2-40B4-BE49-F238E27FC236}">
                <a16:creationId xmlns:a16="http://schemas.microsoft.com/office/drawing/2014/main" id="{E2D8F74E-167E-B1C1-2045-2B68C712BF40}"/>
              </a:ext>
            </a:extLst>
          </p:cNvPr>
          <p:cNvCxnSpPr>
            <a:cxnSpLocks/>
            <a:stCxn id="46" idx="3"/>
            <a:endCxn id="56" idx="2"/>
          </p:cNvCxnSpPr>
          <p:nvPr/>
        </p:nvCxnSpPr>
        <p:spPr>
          <a:xfrm flipH="1" flipV="1">
            <a:off x="7778891" y="2774217"/>
            <a:ext cx="237300" cy="38831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0" name="직선 화살표 연결선 59">
            <a:extLst>
              <a:ext uri="{FF2B5EF4-FFF2-40B4-BE49-F238E27FC236}">
                <a16:creationId xmlns:a16="http://schemas.microsoft.com/office/drawing/2014/main" id="{C1C4882B-55E2-600C-4A8D-FD748956FA5A}"/>
              </a:ext>
            </a:extLst>
          </p:cNvPr>
          <p:cNvCxnSpPr>
            <a:cxnSpLocks/>
            <a:stCxn id="54" idx="0"/>
            <a:endCxn id="45" idx="2"/>
          </p:cNvCxnSpPr>
          <p:nvPr/>
        </p:nvCxnSpPr>
        <p:spPr>
          <a:xfrm flipH="1" flipV="1">
            <a:off x="7703498" y="1327447"/>
            <a:ext cx="355096" cy="67109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5" name="직선 화살표 연결선 64">
            <a:extLst>
              <a:ext uri="{FF2B5EF4-FFF2-40B4-BE49-F238E27FC236}">
                <a16:creationId xmlns:a16="http://schemas.microsoft.com/office/drawing/2014/main" id="{19C2B343-522E-8B20-F56A-091C02DEBDBF}"/>
              </a:ext>
            </a:extLst>
          </p:cNvPr>
          <p:cNvCxnSpPr>
            <a:cxnSpLocks/>
            <a:stCxn id="45" idx="3"/>
          </p:cNvCxnSpPr>
          <p:nvPr/>
        </p:nvCxnSpPr>
        <p:spPr>
          <a:xfrm>
            <a:off x="8276917" y="1094943"/>
            <a:ext cx="42641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9" name="TextBox 68">
            <a:extLst>
              <a:ext uri="{FF2B5EF4-FFF2-40B4-BE49-F238E27FC236}">
                <a16:creationId xmlns:a16="http://schemas.microsoft.com/office/drawing/2014/main" id="{6DDD28CD-2353-95C9-E034-40223D630853}"/>
              </a:ext>
            </a:extLst>
          </p:cNvPr>
          <p:cNvSpPr txBox="1"/>
          <p:nvPr/>
        </p:nvSpPr>
        <p:spPr>
          <a:xfrm>
            <a:off x="8559576" y="890253"/>
            <a:ext cx="1728358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ko-KR" sz="1500" dirty="0">
                <a:latin typeface="NanumMyeongjo" panose="02000300000000000000" pitchFamily="2" charset="-127"/>
                <a:ea typeface="NanumMyeongjo" panose="02000300000000000000" pitchFamily="2" charset="-127"/>
              </a:rPr>
              <a:t>Output</a:t>
            </a:r>
          </a:p>
          <a:p>
            <a:pPr algn="ctr"/>
            <a:r>
              <a:rPr kumimoji="1" lang="en-US" altLang="ko-KR" sz="1500" dirty="0">
                <a:latin typeface="NanumMyeongjo" panose="02000300000000000000" pitchFamily="2" charset="-127"/>
                <a:ea typeface="NanumMyeongjo" panose="02000300000000000000" pitchFamily="2" charset="-127"/>
              </a:rPr>
              <a:t>Recommendations</a:t>
            </a:r>
            <a:endParaRPr kumimoji="1" lang="ko-KR" altLang="en-US" sz="1500" dirty="0">
              <a:latin typeface="NanumMyeongjo" panose="02000300000000000000" pitchFamily="2" charset="-127"/>
              <a:ea typeface="NanumMyeongjo" panose="020003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370136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타원 98">
            <a:extLst>
              <a:ext uri="{FF2B5EF4-FFF2-40B4-BE49-F238E27FC236}">
                <a16:creationId xmlns:a16="http://schemas.microsoft.com/office/drawing/2014/main" id="{14998407-23B4-AE4E-13E9-3ECDAC969C58}"/>
              </a:ext>
            </a:extLst>
          </p:cNvPr>
          <p:cNvSpPr/>
          <p:nvPr/>
        </p:nvSpPr>
        <p:spPr>
          <a:xfrm>
            <a:off x="1887581" y="1379950"/>
            <a:ext cx="519620" cy="51962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BE7C002C-F3BB-B185-734B-90270E469580}"/>
              </a:ext>
            </a:extLst>
          </p:cNvPr>
          <p:cNvSpPr/>
          <p:nvPr/>
        </p:nvSpPr>
        <p:spPr>
          <a:xfrm>
            <a:off x="1965960" y="1463040"/>
            <a:ext cx="359229" cy="359229"/>
          </a:xfrm>
          <a:prstGeom prst="ellipse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A77290CC-BA2D-B1AF-A894-B0B8ED1F70E7}"/>
              </a:ext>
            </a:extLst>
          </p:cNvPr>
          <p:cNvSpPr/>
          <p:nvPr/>
        </p:nvSpPr>
        <p:spPr>
          <a:xfrm>
            <a:off x="1965959" y="2151017"/>
            <a:ext cx="359229" cy="359229"/>
          </a:xfrm>
          <a:prstGeom prst="ellipse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7C588C4B-6978-6045-AE1A-271AA50D2043}"/>
              </a:ext>
            </a:extLst>
          </p:cNvPr>
          <p:cNvSpPr/>
          <p:nvPr/>
        </p:nvSpPr>
        <p:spPr>
          <a:xfrm>
            <a:off x="1965958" y="2838994"/>
            <a:ext cx="359229" cy="359229"/>
          </a:xfrm>
          <a:prstGeom prst="ellipse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7F996129-7307-A6A4-92EB-8907422F46E4}"/>
              </a:ext>
            </a:extLst>
          </p:cNvPr>
          <p:cNvSpPr/>
          <p:nvPr/>
        </p:nvSpPr>
        <p:spPr>
          <a:xfrm>
            <a:off x="3585752" y="907868"/>
            <a:ext cx="359229" cy="359229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6D79F6AA-681D-0D5B-0D2C-9ADB20FF3149}"/>
              </a:ext>
            </a:extLst>
          </p:cNvPr>
          <p:cNvSpPr/>
          <p:nvPr/>
        </p:nvSpPr>
        <p:spPr>
          <a:xfrm>
            <a:off x="3585753" y="1504406"/>
            <a:ext cx="359229" cy="359229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1EEF2DFA-65CF-C9E0-76EE-B7B6C3FA0267}"/>
              </a:ext>
            </a:extLst>
          </p:cNvPr>
          <p:cNvSpPr/>
          <p:nvPr/>
        </p:nvSpPr>
        <p:spPr>
          <a:xfrm>
            <a:off x="3585753" y="2100944"/>
            <a:ext cx="359229" cy="359229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72D269DB-7FA4-F904-C76A-C2DE7ED319DD}"/>
              </a:ext>
            </a:extLst>
          </p:cNvPr>
          <p:cNvSpPr/>
          <p:nvPr/>
        </p:nvSpPr>
        <p:spPr>
          <a:xfrm>
            <a:off x="3585753" y="2697482"/>
            <a:ext cx="359229" cy="359229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1B3EDC1B-5DE5-34BA-8802-E3B105CECDED}"/>
              </a:ext>
            </a:extLst>
          </p:cNvPr>
          <p:cNvSpPr/>
          <p:nvPr/>
        </p:nvSpPr>
        <p:spPr>
          <a:xfrm>
            <a:off x="3585752" y="3294020"/>
            <a:ext cx="359229" cy="359229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cxnSp>
        <p:nvCxnSpPr>
          <p:cNvPr id="13" name="직선 연결선[R] 12">
            <a:extLst>
              <a:ext uri="{FF2B5EF4-FFF2-40B4-BE49-F238E27FC236}">
                <a16:creationId xmlns:a16="http://schemas.microsoft.com/office/drawing/2014/main" id="{3546C9F8-B474-8AF3-1FA7-92FAB9F9C155}"/>
              </a:ext>
            </a:extLst>
          </p:cNvPr>
          <p:cNvCxnSpPr/>
          <p:nvPr/>
        </p:nvCxnSpPr>
        <p:spPr>
          <a:xfrm>
            <a:off x="4781006" y="496389"/>
            <a:ext cx="0" cy="3918857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" name="타원 13">
            <a:extLst>
              <a:ext uri="{FF2B5EF4-FFF2-40B4-BE49-F238E27FC236}">
                <a16:creationId xmlns:a16="http://schemas.microsoft.com/office/drawing/2014/main" id="{D933B48F-96EF-30AF-23BE-5A2F03D9F95C}"/>
              </a:ext>
            </a:extLst>
          </p:cNvPr>
          <p:cNvSpPr/>
          <p:nvPr/>
        </p:nvSpPr>
        <p:spPr>
          <a:xfrm rot="20539029">
            <a:off x="5470663" y="921302"/>
            <a:ext cx="3315736" cy="2487167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1DF0E17D-012B-B74C-86D9-92601A5B1FE3}"/>
              </a:ext>
            </a:extLst>
          </p:cNvPr>
          <p:cNvSpPr/>
          <p:nvPr/>
        </p:nvSpPr>
        <p:spPr>
          <a:xfrm>
            <a:off x="6358347" y="940528"/>
            <a:ext cx="1756954" cy="1756954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B81F5FDA-7F3C-ED62-2532-FCD20F4FD5A3}"/>
              </a:ext>
            </a:extLst>
          </p:cNvPr>
          <p:cNvSpPr/>
          <p:nvPr/>
        </p:nvSpPr>
        <p:spPr>
          <a:xfrm>
            <a:off x="7057209" y="1103811"/>
            <a:ext cx="359229" cy="359229"/>
          </a:xfrm>
          <a:prstGeom prst="ellipse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1C48B4FD-91C3-E544-2C49-AEFFC3465549}"/>
              </a:ext>
            </a:extLst>
          </p:cNvPr>
          <p:cNvSpPr/>
          <p:nvPr/>
        </p:nvSpPr>
        <p:spPr>
          <a:xfrm>
            <a:off x="6566260" y="1674222"/>
            <a:ext cx="359229" cy="359229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F5B99754-9C1E-854C-9D4F-E2E59025A986}"/>
              </a:ext>
            </a:extLst>
          </p:cNvPr>
          <p:cNvSpPr/>
          <p:nvPr/>
        </p:nvSpPr>
        <p:spPr>
          <a:xfrm>
            <a:off x="7057209" y="1887198"/>
            <a:ext cx="359229" cy="359229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4DD7E16C-5A26-B6E8-F146-71A5113542B7}"/>
              </a:ext>
            </a:extLst>
          </p:cNvPr>
          <p:cNvSpPr/>
          <p:nvPr/>
        </p:nvSpPr>
        <p:spPr>
          <a:xfrm>
            <a:off x="7467597" y="1589314"/>
            <a:ext cx="359229" cy="359229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DC9FAB9D-4518-54D4-72E3-76EFBF362DC6}"/>
              </a:ext>
            </a:extLst>
          </p:cNvPr>
          <p:cNvSpPr/>
          <p:nvPr/>
        </p:nvSpPr>
        <p:spPr>
          <a:xfrm>
            <a:off x="5803993" y="2338253"/>
            <a:ext cx="359229" cy="359229"/>
          </a:xfrm>
          <a:prstGeom prst="ellipse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1" name="타원 20">
            <a:extLst>
              <a:ext uri="{FF2B5EF4-FFF2-40B4-BE49-F238E27FC236}">
                <a16:creationId xmlns:a16="http://schemas.microsoft.com/office/drawing/2014/main" id="{7F58DFBB-247A-3B81-0645-B57C7A33599D}"/>
              </a:ext>
            </a:extLst>
          </p:cNvPr>
          <p:cNvSpPr/>
          <p:nvPr/>
        </p:nvSpPr>
        <p:spPr>
          <a:xfrm>
            <a:off x="7576457" y="2736598"/>
            <a:ext cx="359229" cy="359229"/>
          </a:xfrm>
          <a:prstGeom prst="ellipse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ACE8456B-5D44-004C-B4D6-E7FD518F2846}"/>
              </a:ext>
            </a:extLst>
          </p:cNvPr>
          <p:cNvSpPr/>
          <p:nvPr/>
        </p:nvSpPr>
        <p:spPr>
          <a:xfrm>
            <a:off x="5086644" y="3056711"/>
            <a:ext cx="359229" cy="359229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0921D273-31E4-6379-A8C9-9387CD00E4EC}"/>
              </a:ext>
            </a:extLst>
          </p:cNvPr>
          <p:cNvSpPr/>
          <p:nvPr/>
        </p:nvSpPr>
        <p:spPr>
          <a:xfrm>
            <a:off x="5633087" y="3473378"/>
            <a:ext cx="359229" cy="359229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4" name="타원 23">
            <a:extLst>
              <a:ext uri="{FF2B5EF4-FFF2-40B4-BE49-F238E27FC236}">
                <a16:creationId xmlns:a16="http://schemas.microsoft.com/office/drawing/2014/main" id="{AC4F885D-11BD-CF13-8A0A-E6B39D7C7772}"/>
              </a:ext>
            </a:extLst>
          </p:cNvPr>
          <p:cNvSpPr/>
          <p:nvPr/>
        </p:nvSpPr>
        <p:spPr>
          <a:xfrm>
            <a:off x="8131659" y="3282813"/>
            <a:ext cx="359229" cy="359229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4B07F1B-3DCB-457F-953A-7401FCD8E9B3}"/>
              </a:ext>
            </a:extLst>
          </p:cNvPr>
          <p:cNvSpPr txBox="1"/>
          <p:nvPr/>
        </p:nvSpPr>
        <p:spPr>
          <a:xfrm>
            <a:off x="1547948" y="3978423"/>
            <a:ext cx="3111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>
                <a:latin typeface="NanumMyeongjo" panose="02000300000000000000" pitchFamily="2" charset="-127"/>
                <a:ea typeface="NanumMyeongjo" panose="02000300000000000000" pitchFamily="2" charset="-127"/>
              </a:rPr>
              <a:t>User-Item Interaction Graph</a:t>
            </a:r>
            <a:endParaRPr kumimoji="1" lang="ko-KR" altLang="en-US" dirty="0">
              <a:latin typeface="NanumMyeongjo" panose="02000300000000000000" pitchFamily="2" charset="-127"/>
              <a:ea typeface="NanumMyeongjo" panose="02000300000000000000" pitchFamily="2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588B41A7-DBA8-C452-2DEA-7E2A5E1ED95C}"/>
                  </a:ext>
                </a:extLst>
              </p:cNvPr>
              <p:cNvSpPr txBox="1"/>
              <p:nvPr/>
            </p:nvSpPr>
            <p:spPr>
              <a:xfrm>
                <a:off x="5429542" y="4030169"/>
                <a:ext cx="345152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ko-KR" dirty="0">
                    <a:latin typeface="NanumMyeongjo" panose="02000300000000000000" pitchFamily="2" charset="-127"/>
                    <a:ea typeface="NanumMyeongjo" panose="02000300000000000000" pitchFamily="2" charset="-127"/>
                  </a:rPr>
                  <a:t>High-order Connectivity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b="0" i="1" smtClean="0">
                            <a:latin typeface="Cambria Math" panose="02040503050406030204" pitchFamily="18" charset="0"/>
                            <a:ea typeface="NanumMyeongjo" panose="02000300000000000000" pitchFamily="2" charset="-127"/>
                          </a:rPr>
                        </m:ctrlPr>
                      </m:sSubPr>
                      <m:e>
                        <m:r>
                          <a:rPr kumimoji="1" lang="en-US" altLang="ko-KR" b="0" i="1" smtClean="0">
                            <a:latin typeface="Cambria Math" panose="02040503050406030204" pitchFamily="18" charset="0"/>
                            <a:ea typeface="NanumMyeongjo" panose="02000300000000000000" pitchFamily="2" charset="-127"/>
                          </a:rPr>
                          <m:t>𝑢</m:t>
                        </m:r>
                      </m:e>
                      <m:sub>
                        <m:r>
                          <a:rPr kumimoji="1" lang="en-US" altLang="ko-KR" b="0" i="1" smtClean="0">
                            <a:latin typeface="Cambria Math" panose="02040503050406030204" pitchFamily="18" charset="0"/>
                            <a:ea typeface="NanumMyeongjo" panose="02000300000000000000" pitchFamily="2" charset="-127"/>
                          </a:rPr>
                          <m:t>1</m:t>
                        </m:r>
                      </m:sub>
                    </m:sSub>
                  </m:oMath>
                </a14:m>
                <a:endParaRPr kumimoji="1" lang="ko-KR" altLang="en-US" dirty="0">
                  <a:latin typeface="NanumMyeongjo" panose="02000300000000000000" pitchFamily="2" charset="-127"/>
                  <a:ea typeface="NanumMyeongjo" panose="02000300000000000000" pitchFamily="2" charset="-127"/>
                </a:endParaRP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588B41A7-DBA8-C452-2DEA-7E2A5E1ED9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29542" y="4030169"/>
                <a:ext cx="3451522" cy="369332"/>
              </a:xfrm>
              <a:prstGeom prst="rect">
                <a:avLst/>
              </a:prstGeom>
              <a:blipFill>
                <a:blip r:embed="rId2"/>
                <a:stretch>
                  <a:fillRect l="-1465" t="-6667" b="-2333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6E40410C-F60D-C6F9-9482-75FDF2FAA69B}"/>
                  </a:ext>
                </a:extLst>
              </p:cNvPr>
              <p:cNvSpPr txBox="1"/>
              <p:nvPr/>
            </p:nvSpPr>
            <p:spPr>
              <a:xfrm>
                <a:off x="1493970" y="1432645"/>
                <a:ext cx="50148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kumimoji="1" lang="en-US" altLang="ko-KR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1" lang="ko-KR" altLang="en-US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6E40410C-F60D-C6F9-9482-75FDF2FAA6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3970" y="1432645"/>
                <a:ext cx="501483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AB8DE3C2-02C0-3967-079F-C36F53D7338E}"/>
                  </a:ext>
                </a:extLst>
              </p:cNvPr>
              <p:cNvSpPr txBox="1"/>
              <p:nvPr/>
            </p:nvSpPr>
            <p:spPr>
              <a:xfrm>
                <a:off x="1493968" y="2135819"/>
                <a:ext cx="5068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kumimoji="1" lang="en-US" altLang="ko-KR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kumimoji="1" lang="ko-KR" altLang="en-US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AB8DE3C2-02C0-3967-079F-C36F53D733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3968" y="2135819"/>
                <a:ext cx="506805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154E99C3-9CD4-591B-5134-69087C39D446}"/>
                  </a:ext>
                </a:extLst>
              </p:cNvPr>
              <p:cNvSpPr txBox="1"/>
              <p:nvPr/>
            </p:nvSpPr>
            <p:spPr>
              <a:xfrm>
                <a:off x="1493968" y="2844848"/>
                <a:ext cx="5068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kumimoji="1" lang="en-US" altLang="ko-KR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kumimoji="1" lang="ko-KR" altLang="en-US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154E99C3-9CD4-591B-5134-69087C39D4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3968" y="2844848"/>
                <a:ext cx="506805" cy="369332"/>
              </a:xfrm>
              <a:prstGeom prst="rect">
                <a:avLst/>
              </a:prstGeom>
              <a:blipFill>
                <a:blip r:embed="rId5"/>
                <a:stretch>
                  <a:fillRect b="-344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2927837E-5943-7B46-67E3-B6E873E815EC}"/>
                  </a:ext>
                </a:extLst>
              </p:cNvPr>
              <p:cNvSpPr txBox="1"/>
              <p:nvPr/>
            </p:nvSpPr>
            <p:spPr>
              <a:xfrm>
                <a:off x="3931219" y="858884"/>
                <a:ext cx="44217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kumimoji="1" lang="en-US" altLang="ko-KR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1" lang="ko-KR" altLang="en-US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2927837E-5943-7B46-67E3-B6E873E815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219" y="858884"/>
                <a:ext cx="442172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E70114D7-3974-44CB-EC75-0BE314852E14}"/>
                  </a:ext>
                </a:extLst>
              </p:cNvPr>
              <p:cNvSpPr txBox="1"/>
              <p:nvPr/>
            </p:nvSpPr>
            <p:spPr>
              <a:xfrm>
                <a:off x="3926275" y="1487772"/>
                <a:ext cx="44749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kumimoji="1" lang="en-US" altLang="ko-KR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kumimoji="1" lang="ko-KR" altLang="en-US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E70114D7-3974-44CB-EC75-0BE314852E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26275" y="1487772"/>
                <a:ext cx="447494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8233C910-8344-24C2-C240-FDA8B24BB522}"/>
                  </a:ext>
                </a:extLst>
              </p:cNvPr>
              <p:cNvSpPr txBox="1"/>
              <p:nvPr/>
            </p:nvSpPr>
            <p:spPr>
              <a:xfrm>
                <a:off x="3942185" y="2095421"/>
                <a:ext cx="44749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kumimoji="1" lang="en-US" altLang="ko-KR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kumimoji="1" lang="ko-KR" altLang="en-US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8233C910-8344-24C2-C240-FDA8B24BB5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42185" y="2095421"/>
                <a:ext cx="447494" cy="369332"/>
              </a:xfrm>
              <a:prstGeom prst="rect">
                <a:avLst/>
              </a:prstGeom>
              <a:blipFill>
                <a:blip r:embed="rId8"/>
                <a:stretch>
                  <a:fillRect b="-344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F321F8B7-040E-46A4-6B54-7B2CF2F63B2B}"/>
                  </a:ext>
                </a:extLst>
              </p:cNvPr>
              <p:cNvSpPr txBox="1"/>
              <p:nvPr/>
            </p:nvSpPr>
            <p:spPr>
              <a:xfrm>
                <a:off x="3940107" y="2690727"/>
                <a:ext cx="44749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kumimoji="1" lang="en-US" altLang="ko-KR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kumimoji="1" lang="ko-KR" altLang="en-US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F321F8B7-040E-46A4-6B54-7B2CF2F63B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40107" y="2690727"/>
                <a:ext cx="447494" cy="369332"/>
              </a:xfrm>
              <a:prstGeom prst="rect">
                <a:avLst/>
              </a:prstGeom>
              <a:blipFill>
                <a:blip r:embed="rId9"/>
                <a:stretch>
                  <a:fillRect b="-333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5E67EB84-4428-A559-2AB6-81371EF82C0A}"/>
                  </a:ext>
                </a:extLst>
              </p:cNvPr>
              <p:cNvSpPr txBox="1"/>
              <p:nvPr/>
            </p:nvSpPr>
            <p:spPr>
              <a:xfrm>
                <a:off x="3926275" y="3292788"/>
                <a:ext cx="44749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kumimoji="1" lang="en-US" altLang="ko-KR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kumimoji="1" lang="ko-KR" altLang="en-US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5E67EB84-4428-A559-2AB6-81371EF82C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26275" y="3292788"/>
                <a:ext cx="447494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3D5A1F19-AB88-642D-EC64-7B9ED2870BA7}"/>
                  </a:ext>
                </a:extLst>
              </p:cNvPr>
              <p:cNvSpPr txBox="1"/>
              <p:nvPr/>
            </p:nvSpPr>
            <p:spPr>
              <a:xfrm>
                <a:off x="5953274" y="3572396"/>
                <a:ext cx="44749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kumimoji="1" lang="en-US" altLang="ko-KR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kumimoji="1" lang="ko-KR" altLang="en-US" dirty="0"/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3D5A1F19-AB88-642D-EC64-7B9ED2870B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53274" y="3572396"/>
                <a:ext cx="447494" cy="369332"/>
              </a:xfrm>
              <a:prstGeom prst="rect">
                <a:avLst/>
              </a:prstGeom>
              <a:blipFill>
                <a:blip r:embed="rId11"/>
                <a:stretch>
                  <a:fillRect b="-333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7A2A79B4-4737-20B9-6EF4-494F0857944E}"/>
                  </a:ext>
                </a:extLst>
              </p:cNvPr>
              <p:cNvSpPr txBox="1"/>
              <p:nvPr/>
            </p:nvSpPr>
            <p:spPr>
              <a:xfrm>
                <a:off x="4862897" y="3344227"/>
                <a:ext cx="44749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kumimoji="1" lang="en-US" altLang="ko-KR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kumimoji="1" lang="ko-KR" altLang="en-US" dirty="0"/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7A2A79B4-4737-20B9-6EF4-494F085794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62897" y="3344227"/>
                <a:ext cx="447494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12024365-BFB5-2721-0E7A-82EEC27C6BB3}"/>
                  </a:ext>
                </a:extLst>
              </p:cNvPr>
              <p:cNvSpPr txBox="1"/>
              <p:nvPr/>
            </p:nvSpPr>
            <p:spPr>
              <a:xfrm>
                <a:off x="8454355" y="3382929"/>
                <a:ext cx="44749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kumimoji="1" lang="en-US" altLang="ko-KR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kumimoji="1" lang="ko-KR" altLang="en-US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12024365-BFB5-2721-0E7A-82EEC27C6B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54355" y="3382929"/>
                <a:ext cx="447494" cy="36933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087B1576-91C3-5C42-0B6C-170A7CFD8524}"/>
                  </a:ext>
                </a:extLst>
              </p:cNvPr>
              <p:cNvSpPr txBox="1"/>
              <p:nvPr/>
            </p:nvSpPr>
            <p:spPr>
              <a:xfrm>
                <a:off x="7150086" y="2674984"/>
                <a:ext cx="5068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kumimoji="1" lang="en-US" altLang="ko-KR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kumimoji="1" lang="ko-KR" altLang="en-US" dirty="0"/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087B1576-91C3-5C42-0B6C-170A7CFD85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50086" y="2674984"/>
                <a:ext cx="506805" cy="369332"/>
              </a:xfrm>
              <a:prstGeom prst="rect">
                <a:avLst/>
              </a:prstGeom>
              <a:blipFill>
                <a:blip r:embed="rId14"/>
                <a:stretch>
                  <a:fillRect b="-333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654E2CB0-3824-8FAB-6F90-D2E1EF18F0F1}"/>
                  </a:ext>
                </a:extLst>
              </p:cNvPr>
              <p:cNvSpPr txBox="1"/>
              <p:nvPr/>
            </p:nvSpPr>
            <p:spPr>
              <a:xfrm>
                <a:off x="5513999" y="2020805"/>
                <a:ext cx="5068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kumimoji="1" lang="en-US" altLang="ko-KR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kumimoji="1" lang="ko-KR" altLang="en-US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654E2CB0-3824-8FAB-6F90-D2E1EF18F0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3999" y="2020805"/>
                <a:ext cx="506805" cy="369332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EB4BC958-EC81-EEF5-A5DF-7307AA48BE31}"/>
                  </a:ext>
                </a:extLst>
              </p:cNvPr>
              <p:cNvSpPr txBox="1"/>
              <p:nvPr/>
            </p:nvSpPr>
            <p:spPr>
              <a:xfrm>
                <a:off x="6377024" y="1911128"/>
                <a:ext cx="44749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kumimoji="1" lang="en-US" altLang="ko-KR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kumimoji="1" lang="ko-KR" altLang="en-US" dirty="0"/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EB4BC958-EC81-EEF5-A5DF-7307AA48BE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77024" y="1911128"/>
                <a:ext cx="447494" cy="369332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7F31D77C-DF0B-5093-0B06-C57932991B6E}"/>
                  </a:ext>
                </a:extLst>
              </p:cNvPr>
              <p:cNvSpPr txBox="1"/>
              <p:nvPr/>
            </p:nvSpPr>
            <p:spPr>
              <a:xfrm>
                <a:off x="7756072" y="1666363"/>
                <a:ext cx="44749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kumimoji="1" lang="en-US" altLang="ko-KR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kumimoji="1" lang="ko-KR" altLang="en-US" dirty="0"/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7F31D77C-DF0B-5093-0B06-C57932991B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56072" y="1666363"/>
                <a:ext cx="447494" cy="369332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9A615BE7-2E35-8B90-D0FB-C14B94BDC895}"/>
                  </a:ext>
                </a:extLst>
              </p:cNvPr>
              <p:cNvSpPr txBox="1"/>
              <p:nvPr/>
            </p:nvSpPr>
            <p:spPr>
              <a:xfrm>
                <a:off x="7313900" y="2041079"/>
                <a:ext cx="44217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kumimoji="1" lang="en-US" altLang="ko-KR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1" lang="ko-KR" altLang="en-US" dirty="0"/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9A615BE7-2E35-8B90-D0FB-C14B94BDC8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3900" y="2041079"/>
                <a:ext cx="442172" cy="369332"/>
              </a:xfrm>
              <a:prstGeom prst="rect">
                <a:avLst/>
              </a:prstGeom>
              <a:blipFill>
                <a:blip r:embed="rId18"/>
                <a:stretch>
                  <a:fillRect b="-333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58A00D1B-300C-D70F-F4A9-7F4D869077FB}"/>
                  </a:ext>
                </a:extLst>
              </p:cNvPr>
              <p:cNvSpPr txBox="1"/>
              <p:nvPr/>
            </p:nvSpPr>
            <p:spPr>
              <a:xfrm>
                <a:off x="6653820" y="1017508"/>
                <a:ext cx="50148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kumimoji="1" lang="en-US" altLang="ko-KR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1" lang="ko-KR" altLang="en-US" dirty="0"/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58A00D1B-300C-D70F-F4A9-7F4D869077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53820" y="1017508"/>
                <a:ext cx="501483" cy="369332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7" name="직선 연결선[R] 46">
            <a:extLst>
              <a:ext uri="{FF2B5EF4-FFF2-40B4-BE49-F238E27FC236}">
                <a16:creationId xmlns:a16="http://schemas.microsoft.com/office/drawing/2014/main" id="{EF70ACF6-A542-BDB8-FC76-8B622652755B}"/>
              </a:ext>
            </a:extLst>
          </p:cNvPr>
          <p:cNvCxnSpPr>
            <a:stCxn id="4" idx="6"/>
            <a:endCxn id="7" idx="2"/>
          </p:cNvCxnSpPr>
          <p:nvPr/>
        </p:nvCxnSpPr>
        <p:spPr>
          <a:xfrm flipV="1">
            <a:off x="2325189" y="1087483"/>
            <a:ext cx="1260563" cy="55517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8" name="직선 연결선[R] 47">
            <a:extLst>
              <a:ext uri="{FF2B5EF4-FFF2-40B4-BE49-F238E27FC236}">
                <a16:creationId xmlns:a16="http://schemas.microsoft.com/office/drawing/2014/main" id="{79CAC17C-74A0-94D4-F56A-EC371BBC6336}"/>
              </a:ext>
            </a:extLst>
          </p:cNvPr>
          <p:cNvCxnSpPr>
            <a:cxnSpLocks/>
            <a:stCxn id="4" idx="6"/>
            <a:endCxn id="8" idx="2"/>
          </p:cNvCxnSpPr>
          <p:nvPr/>
        </p:nvCxnSpPr>
        <p:spPr>
          <a:xfrm>
            <a:off x="2325189" y="1642655"/>
            <a:ext cx="1260564" cy="4136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1" name="직선 연결선[R] 50">
            <a:extLst>
              <a:ext uri="{FF2B5EF4-FFF2-40B4-BE49-F238E27FC236}">
                <a16:creationId xmlns:a16="http://schemas.microsoft.com/office/drawing/2014/main" id="{7DE0CAA8-EDF0-5BA4-42C3-351017BA04FA}"/>
              </a:ext>
            </a:extLst>
          </p:cNvPr>
          <p:cNvCxnSpPr>
            <a:cxnSpLocks/>
            <a:stCxn id="4" idx="6"/>
            <a:endCxn id="9" idx="2"/>
          </p:cNvCxnSpPr>
          <p:nvPr/>
        </p:nvCxnSpPr>
        <p:spPr>
          <a:xfrm>
            <a:off x="2325189" y="1642655"/>
            <a:ext cx="1260564" cy="63790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4" name="직선 연결선[R] 53">
            <a:extLst>
              <a:ext uri="{FF2B5EF4-FFF2-40B4-BE49-F238E27FC236}">
                <a16:creationId xmlns:a16="http://schemas.microsoft.com/office/drawing/2014/main" id="{8292AFA3-883F-263B-AF35-8DB4D8C8EE25}"/>
              </a:ext>
            </a:extLst>
          </p:cNvPr>
          <p:cNvCxnSpPr>
            <a:cxnSpLocks/>
            <a:stCxn id="5" idx="6"/>
            <a:endCxn id="8" idx="2"/>
          </p:cNvCxnSpPr>
          <p:nvPr/>
        </p:nvCxnSpPr>
        <p:spPr>
          <a:xfrm flipV="1">
            <a:off x="2325188" y="1684021"/>
            <a:ext cx="1260565" cy="64661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7" name="직선 연결선[R] 56">
            <a:extLst>
              <a:ext uri="{FF2B5EF4-FFF2-40B4-BE49-F238E27FC236}">
                <a16:creationId xmlns:a16="http://schemas.microsoft.com/office/drawing/2014/main" id="{75D0AF91-2DDA-D511-C319-79BA1EEC1E63}"/>
              </a:ext>
            </a:extLst>
          </p:cNvPr>
          <p:cNvCxnSpPr>
            <a:cxnSpLocks/>
            <a:stCxn id="5" idx="6"/>
            <a:endCxn id="10" idx="2"/>
          </p:cNvCxnSpPr>
          <p:nvPr/>
        </p:nvCxnSpPr>
        <p:spPr>
          <a:xfrm>
            <a:off x="2325188" y="2330632"/>
            <a:ext cx="1260565" cy="54646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0" name="직선 연결선[R] 59">
            <a:extLst>
              <a:ext uri="{FF2B5EF4-FFF2-40B4-BE49-F238E27FC236}">
                <a16:creationId xmlns:a16="http://schemas.microsoft.com/office/drawing/2014/main" id="{E0D11738-9EFE-027E-1EC4-6A468614827C}"/>
              </a:ext>
            </a:extLst>
          </p:cNvPr>
          <p:cNvCxnSpPr>
            <a:cxnSpLocks/>
            <a:stCxn id="5" idx="6"/>
            <a:endCxn id="11" idx="2"/>
          </p:cNvCxnSpPr>
          <p:nvPr/>
        </p:nvCxnSpPr>
        <p:spPr>
          <a:xfrm>
            <a:off x="2325188" y="2330632"/>
            <a:ext cx="1260564" cy="114300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3" name="직선 연결선[R] 62">
            <a:extLst>
              <a:ext uri="{FF2B5EF4-FFF2-40B4-BE49-F238E27FC236}">
                <a16:creationId xmlns:a16="http://schemas.microsoft.com/office/drawing/2014/main" id="{CE15BC30-E4C7-3375-B790-53DC3DC7FC21}"/>
              </a:ext>
            </a:extLst>
          </p:cNvPr>
          <p:cNvCxnSpPr>
            <a:cxnSpLocks/>
            <a:stCxn id="6" idx="6"/>
            <a:endCxn id="9" idx="2"/>
          </p:cNvCxnSpPr>
          <p:nvPr/>
        </p:nvCxnSpPr>
        <p:spPr>
          <a:xfrm flipV="1">
            <a:off x="2325187" y="2280559"/>
            <a:ext cx="1260566" cy="73805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6" name="직선 연결선[R] 65">
            <a:extLst>
              <a:ext uri="{FF2B5EF4-FFF2-40B4-BE49-F238E27FC236}">
                <a16:creationId xmlns:a16="http://schemas.microsoft.com/office/drawing/2014/main" id="{043135E0-3933-ED62-FD74-DDE185A23A76}"/>
              </a:ext>
            </a:extLst>
          </p:cNvPr>
          <p:cNvCxnSpPr>
            <a:cxnSpLocks/>
            <a:stCxn id="6" idx="6"/>
            <a:endCxn id="11" idx="2"/>
          </p:cNvCxnSpPr>
          <p:nvPr/>
        </p:nvCxnSpPr>
        <p:spPr>
          <a:xfrm>
            <a:off x="2325187" y="3018609"/>
            <a:ext cx="1260565" cy="45502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0" name="직선 화살표 연결선 69">
            <a:extLst>
              <a:ext uri="{FF2B5EF4-FFF2-40B4-BE49-F238E27FC236}">
                <a16:creationId xmlns:a16="http://schemas.microsoft.com/office/drawing/2014/main" id="{66746586-A591-DF4C-F4A1-9ED0FDD229F4}"/>
              </a:ext>
            </a:extLst>
          </p:cNvPr>
          <p:cNvCxnSpPr>
            <a:stCxn id="22" idx="7"/>
            <a:endCxn id="20" idx="3"/>
          </p:cNvCxnSpPr>
          <p:nvPr/>
        </p:nvCxnSpPr>
        <p:spPr>
          <a:xfrm flipV="1">
            <a:off x="5393265" y="2644874"/>
            <a:ext cx="463336" cy="46444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1" name="직선 화살표 연결선 70">
            <a:extLst>
              <a:ext uri="{FF2B5EF4-FFF2-40B4-BE49-F238E27FC236}">
                <a16:creationId xmlns:a16="http://schemas.microsoft.com/office/drawing/2014/main" id="{7554B5F8-3534-A856-747C-8CC8BF581345}"/>
              </a:ext>
            </a:extLst>
          </p:cNvPr>
          <p:cNvCxnSpPr>
            <a:cxnSpLocks/>
            <a:stCxn id="23" idx="0"/>
            <a:endCxn id="20" idx="4"/>
          </p:cNvCxnSpPr>
          <p:nvPr/>
        </p:nvCxnSpPr>
        <p:spPr>
          <a:xfrm flipV="1">
            <a:off x="5812702" y="2697482"/>
            <a:ext cx="170906" cy="77589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5" name="직선 화살표 연결선 74">
            <a:extLst>
              <a:ext uri="{FF2B5EF4-FFF2-40B4-BE49-F238E27FC236}">
                <a16:creationId xmlns:a16="http://schemas.microsoft.com/office/drawing/2014/main" id="{B0E3641B-BC69-CF26-ACF8-5FB82A841877}"/>
              </a:ext>
            </a:extLst>
          </p:cNvPr>
          <p:cNvCxnSpPr>
            <a:cxnSpLocks/>
            <a:stCxn id="17" idx="7"/>
            <a:endCxn id="16" idx="3"/>
          </p:cNvCxnSpPr>
          <p:nvPr/>
        </p:nvCxnSpPr>
        <p:spPr>
          <a:xfrm flipV="1">
            <a:off x="6872881" y="1410432"/>
            <a:ext cx="236936" cy="31639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6" name="직선 화살표 연결선 75">
            <a:extLst>
              <a:ext uri="{FF2B5EF4-FFF2-40B4-BE49-F238E27FC236}">
                <a16:creationId xmlns:a16="http://schemas.microsoft.com/office/drawing/2014/main" id="{3D4B83B0-967A-74DB-0F52-4FEF6BE8E039}"/>
              </a:ext>
            </a:extLst>
          </p:cNvPr>
          <p:cNvCxnSpPr>
            <a:cxnSpLocks/>
            <a:stCxn id="24" idx="1"/>
            <a:endCxn id="21" idx="5"/>
          </p:cNvCxnSpPr>
          <p:nvPr/>
        </p:nvCxnSpPr>
        <p:spPr>
          <a:xfrm flipH="1" flipV="1">
            <a:off x="7883078" y="3043219"/>
            <a:ext cx="301189" cy="29220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9" name="직선 화살표 연결선 78">
            <a:extLst>
              <a:ext uri="{FF2B5EF4-FFF2-40B4-BE49-F238E27FC236}">
                <a16:creationId xmlns:a16="http://schemas.microsoft.com/office/drawing/2014/main" id="{A2F63AF1-15D7-88FC-F71C-CD56E31809EF}"/>
              </a:ext>
            </a:extLst>
          </p:cNvPr>
          <p:cNvCxnSpPr>
            <a:cxnSpLocks/>
            <a:stCxn id="20" idx="7"/>
            <a:endCxn id="42" idx="0"/>
          </p:cNvCxnSpPr>
          <p:nvPr/>
        </p:nvCxnSpPr>
        <p:spPr>
          <a:xfrm flipV="1">
            <a:off x="6110614" y="1911128"/>
            <a:ext cx="490157" cy="47973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4" name="직선 화살표 연결선 83">
            <a:extLst>
              <a:ext uri="{FF2B5EF4-FFF2-40B4-BE49-F238E27FC236}">
                <a16:creationId xmlns:a16="http://schemas.microsoft.com/office/drawing/2014/main" id="{9600DB2D-1690-F44D-51F5-358B46A5B522}"/>
              </a:ext>
            </a:extLst>
          </p:cNvPr>
          <p:cNvCxnSpPr>
            <a:cxnSpLocks/>
            <a:stCxn id="18" idx="0"/>
            <a:endCxn id="16" idx="4"/>
          </p:cNvCxnSpPr>
          <p:nvPr/>
        </p:nvCxnSpPr>
        <p:spPr>
          <a:xfrm flipV="1">
            <a:off x="7236824" y="1463040"/>
            <a:ext cx="0" cy="42415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7" name="직선 화살표 연결선 86">
            <a:extLst>
              <a:ext uri="{FF2B5EF4-FFF2-40B4-BE49-F238E27FC236}">
                <a16:creationId xmlns:a16="http://schemas.microsoft.com/office/drawing/2014/main" id="{3004E7DA-45CF-16E0-AA43-06FFF2CED3EB}"/>
              </a:ext>
            </a:extLst>
          </p:cNvPr>
          <p:cNvCxnSpPr>
            <a:cxnSpLocks/>
            <a:stCxn id="19" idx="1"/>
            <a:endCxn id="16" idx="5"/>
          </p:cNvCxnSpPr>
          <p:nvPr/>
        </p:nvCxnSpPr>
        <p:spPr>
          <a:xfrm flipH="1" flipV="1">
            <a:off x="7363830" y="1410432"/>
            <a:ext cx="156375" cy="23149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1" name="직선 화살표 연결선 90">
            <a:extLst>
              <a:ext uri="{FF2B5EF4-FFF2-40B4-BE49-F238E27FC236}">
                <a16:creationId xmlns:a16="http://schemas.microsoft.com/office/drawing/2014/main" id="{979BDBBE-6FD6-0990-2BFF-DA26E8071A1B}"/>
              </a:ext>
            </a:extLst>
          </p:cNvPr>
          <p:cNvCxnSpPr>
            <a:cxnSpLocks/>
            <a:stCxn id="21" idx="0"/>
            <a:endCxn id="19" idx="4"/>
          </p:cNvCxnSpPr>
          <p:nvPr/>
        </p:nvCxnSpPr>
        <p:spPr>
          <a:xfrm flipH="1" flipV="1">
            <a:off x="7647212" y="1948543"/>
            <a:ext cx="108860" cy="78805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96965083-279E-F50A-697D-F5B48D7C8BFE}"/>
                  </a:ext>
                </a:extLst>
              </p:cNvPr>
              <p:cNvSpPr txBox="1"/>
              <p:nvPr/>
            </p:nvSpPr>
            <p:spPr>
              <a:xfrm>
                <a:off x="6574843" y="2215072"/>
                <a:ext cx="77546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ko-KR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𝑙</m:t>
                      </m:r>
                      <m:r>
                        <a:rPr kumimoji="1" lang="en-US" altLang="ko-KR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kumimoji="1" lang="ko-KR" alt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96965083-279E-F50A-697D-F5B48D7C8B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74843" y="2215072"/>
                <a:ext cx="775469" cy="369332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B50EF330-BCC4-4CC9-846B-8815F985CDE1}"/>
                  </a:ext>
                </a:extLst>
              </p:cNvPr>
              <p:cNvSpPr txBox="1"/>
              <p:nvPr/>
            </p:nvSpPr>
            <p:spPr>
              <a:xfrm>
                <a:off x="6516826" y="2948091"/>
                <a:ext cx="77546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ko-KR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𝑙</m:t>
                      </m:r>
                      <m:r>
                        <a:rPr kumimoji="1" lang="en-US" altLang="ko-KR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kumimoji="1" lang="ko-KR" alt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B50EF330-BCC4-4CC9-846B-8815F985CD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16826" y="2948091"/>
                <a:ext cx="775469" cy="369332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8" name="TextBox 97">
                <a:extLst>
                  <a:ext uri="{FF2B5EF4-FFF2-40B4-BE49-F238E27FC236}">
                    <a16:creationId xmlns:a16="http://schemas.microsoft.com/office/drawing/2014/main" id="{6A77DDA6-58C0-83D3-DB5C-7C97308E2811}"/>
                  </a:ext>
                </a:extLst>
              </p:cNvPr>
              <p:cNvSpPr txBox="1"/>
              <p:nvPr/>
            </p:nvSpPr>
            <p:spPr>
              <a:xfrm>
                <a:off x="6554487" y="3534879"/>
                <a:ext cx="77546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ko-KR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𝑙</m:t>
                      </m:r>
                      <m:r>
                        <a:rPr kumimoji="1" lang="en-US" altLang="ko-KR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=3</m:t>
                      </m:r>
                    </m:oMath>
                  </m:oMathPara>
                </a14:m>
                <a:endParaRPr kumimoji="1" lang="ko-KR" alt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98" name="TextBox 97">
                <a:extLst>
                  <a:ext uri="{FF2B5EF4-FFF2-40B4-BE49-F238E27FC236}">
                    <a16:creationId xmlns:a16="http://schemas.microsoft.com/office/drawing/2014/main" id="{6A77DDA6-58C0-83D3-DB5C-7C97308E28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4487" y="3534879"/>
                <a:ext cx="775469" cy="369332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32345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직사각형 219">
            <a:extLst>
              <a:ext uri="{FF2B5EF4-FFF2-40B4-BE49-F238E27FC236}">
                <a16:creationId xmlns:a16="http://schemas.microsoft.com/office/drawing/2014/main" id="{9315B4DF-10B4-B2EA-E35C-815418FE5C07}"/>
              </a:ext>
            </a:extLst>
          </p:cNvPr>
          <p:cNvSpPr/>
          <p:nvPr/>
        </p:nvSpPr>
        <p:spPr>
          <a:xfrm>
            <a:off x="2021178" y="2719366"/>
            <a:ext cx="6975984" cy="255549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77" name="평행 사변형[P] 76">
            <a:extLst>
              <a:ext uri="{FF2B5EF4-FFF2-40B4-BE49-F238E27FC236}">
                <a16:creationId xmlns:a16="http://schemas.microsoft.com/office/drawing/2014/main" id="{C7C23AC2-47E9-9975-F32A-B0145BF66067}"/>
              </a:ext>
            </a:extLst>
          </p:cNvPr>
          <p:cNvSpPr/>
          <p:nvPr/>
        </p:nvSpPr>
        <p:spPr>
          <a:xfrm>
            <a:off x="2472619" y="1538146"/>
            <a:ext cx="1493434" cy="998884"/>
          </a:xfrm>
          <a:prstGeom prst="parallelogram">
            <a:avLst>
              <a:gd name="adj" fmla="val 37500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71" name="직사각형 70">
            <a:extLst>
              <a:ext uri="{FF2B5EF4-FFF2-40B4-BE49-F238E27FC236}">
                <a16:creationId xmlns:a16="http://schemas.microsoft.com/office/drawing/2014/main" id="{9A739095-B0EF-C154-15D1-6CFD85E87D9F}"/>
              </a:ext>
            </a:extLst>
          </p:cNvPr>
          <p:cNvSpPr/>
          <p:nvPr/>
        </p:nvSpPr>
        <p:spPr>
          <a:xfrm>
            <a:off x="2556070" y="2854345"/>
            <a:ext cx="1698532" cy="181921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70" name="직사각형 69">
            <a:extLst>
              <a:ext uri="{FF2B5EF4-FFF2-40B4-BE49-F238E27FC236}">
                <a16:creationId xmlns:a16="http://schemas.microsoft.com/office/drawing/2014/main" id="{CC5791A5-39C1-E04C-0B5E-DDB1138209E6}"/>
              </a:ext>
            </a:extLst>
          </p:cNvPr>
          <p:cNvSpPr/>
          <p:nvPr/>
        </p:nvSpPr>
        <p:spPr>
          <a:xfrm>
            <a:off x="2351573" y="3051814"/>
            <a:ext cx="1698532" cy="181921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A2D5D56E-6941-73F0-D5CF-D4AF0FCA0E1E}"/>
              </a:ext>
            </a:extLst>
          </p:cNvPr>
          <p:cNvSpPr/>
          <p:nvPr/>
        </p:nvSpPr>
        <p:spPr>
          <a:xfrm>
            <a:off x="2731264" y="5474920"/>
            <a:ext cx="195943" cy="19594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3CACA44F-7731-1E5F-084B-609D83017729}"/>
              </a:ext>
            </a:extLst>
          </p:cNvPr>
          <p:cNvSpPr/>
          <p:nvPr/>
        </p:nvSpPr>
        <p:spPr>
          <a:xfrm>
            <a:off x="2927207" y="5474919"/>
            <a:ext cx="195943" cy="19594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83D54B35-5712-0FCA-7071-8EACB18B96B2}"/>
              </a:ext>
            </a:extLst>
          </p:cNvPr>
          <p:cNvSpPr/>
          <p:nvPr/>
        </p:nvSpPr>
        <p:spPr>
          <a:xfrm>
            <a:off x="3123150" y="5474919"/>
            <a:ext cx="195943" cy="19594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CD225A0-2D2E-F38A-FA7F-4072087ABCE7}"/>
                  </a:ext>
                </a:extLst>
              </p:cNvPr>
              <p:cNvSpPr txBox="1"/>
              <p:nvPr/>
            </p:nvSpPr>
            <p:spPr>
              <a:xfrm>
                <a:off x="2161234" y="5372835"/>
                <a:ext cx="563679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1" lang="en-US" altLang="ko-KR" sz="15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ko-KR" sz="15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sSub>
                            <m:sSubPr>
                              <m:ctrlPr>
                                <a:rPr kumimoji="1" lang="en-US" altLang="ko-KR" sz="15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ko-KR" sz="1500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kumimoji="1" lang="en-US" altLang="ko-KR" sz="15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sub>
                        <m:sup>
                          <m:r>
                            <a:rPr kumimoji="1" lang="en-US" altLang="ko-KR" sz="1500" b="0" i="1" smtClean="0">
                              <a:latin typeface="Cambria Math" panose="02040503050406030204" pitchFamily="18" charset="0"/>
                            </a:rPr>
                            <m:t>(0)</m:t>
                          </m:r>
                        </m:sup>
                      </m:sSubSup>
                    </m:oMath>
                  </m:oMathPara>
                </a14:m>
                <a:endParaRPr kumimoji="1" lang="ko-KR" altLang="en-US" sz="1500" dirty="0"/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CD225A0-2D2E-F38A-FA7F-4072087ABC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61234" y="5372835"/>
                <a:ext cx="563679" cy="40011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직사각형 1">
            <a:extLst>
              <a:ext uri="{FF2B5EF4-FFF2-40B4-BE49-F238E27FC236}">
                <a16:creationId xmlns:a16="http://schemas.microsoft.com/office/drawing/2014/main" id="{1472353A-E980-7D5F-F7D5-5D2005519348}"/>
              </a:ext>
            </a:extLst>
          </p:cNvPr>
          <p:cNvSpPr/>
          <p:nvPr/>
        </p:nvSpPr>
        <p:spPr>
          <a:xfrm>
            <a:off x="7209769" y="5460974"/>
            <a:ext cx="195943" cy="195943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B5E819DC-53CF-D9C0-9947-F6874152D8AE}"/>
              </a:ext>
            </a:extLst>
          </p:cNvPr>
          <p:cNvSpPr/>
          <p:nvPr/>
        </p:nvSpPr>
        <p:spPr>
          <a:xfrm>
            <a:off x="7405712" y="5460973"/>
            <a:ext cx="195943" cy="19594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AE0A0AB9-D720-6980-1CA2-E2F792EDBB94}"/>
              </a:ext>
            </a:extLst>
          </p:cNvPr>
          <p:cNvSpPr/>
          <p:nvPr/>
        </p:nvSpPr>
        <p:spPr>
          <a:xfrm>
            <a:off x="7601655" y="5460973"/>
            <a:ext cx="195943" cy="19594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9C9C7F2-5DDF-24FE-AC60-4020A953925F}"/>
                  </a:ext>
                </a:extLst>
              </p:cNvPr>
              <p:cNvSpPr txBox="1"/>
              <p:nvPr/>
            </p:nvSpPr>
            <p:spPr>
              <a:xfrm>
                <a:off x="7797598" y="5345862"/>
                <a:ext cx="563679" cy="4197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1" lang="en-US" altLang="ko-KR" sz="15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ko-KR" sz="15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sSub>
                            <m:sSubPr>
                              <m:ctrlPr>
                                <a:rPr kumimoji="1" lang="en-US" altLang="ko-KR" sz="15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ko-KR" sz="15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  <m:sub>
                              <m:r>
                                <a:rPr kumimoji="1" lang="en-US" altLang="ko-KR" sz="1500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sub>
                        <m:sup>
                          <m:r>
                            <a:rPr kumimoji="1" lang="en-US" altLang="ko-KR" sz="1500" b="0" i="1" smtClean="0">
                              <a:latin typeface="Cambria Math" panose="02040503050406030204" pitchFamily="18" charset="0"/>
                            </a:rPr>
                            <m:t>(0)</m:t>
                          </m:r>
                        </m:sup>
                      </m:sSubSup>
                    </m:oMath>
                  </m:oMathPara>
                </a14:m>
                <a:endParaRPr kumimoji="1" lang="ko-KR" altLang="en-US" sz="1500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9C9C7F2-5DDF-24FE-AC60-4020A95392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97598" y="5345862"/>
                <a:ext cx="563679" cy="41973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직사각형 5">
            <a:extLst>
              <a:ext uri="{FF2B5EF4-FFF2-40B4-BE49-F238E27FC236}">
                <a16:creationId xmlns:a16="http://schemas.microsoft.com/office/drawing/2014/main" id="{696CA786-0B55-720A-4943-EF067AA581B0}"/>
              </a:ext>
            </a:extLst>
          </p:cNvPr>
          <p:cNvSpPr/>
          <p:nvPr/>
        </p:nvSpPr>
        <p:spPr>
          <a:xfrm>
            <a:off x="2176902" y="3260572"/>
            <a:ext cx="1698532" cy="191356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D7038513-FA07-0783-2B8C-C1065E5F0330}"/>
              </a:ext>
            </a:extLst>
          </p:cNvPr>
          <p:cNvSpPr/>
          <p:nvPr/>
        </p:nvSpPr>
        <p:spPr>
          <a:xfrm>
            <a:off x="2879899" y="4475171"/>
            <a:ext cx="277244" cy="277244"/>
          </a:xfrm>
          <a:prstGeom prst="ellipse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AA408394-326A-23C2-1956-7B53134E7CB5}"/>
              </a:ext>
            </a:extLst>
          </p:cNvPr>
          <p:cNvSpPr/>
          <p:nvPr/>
        </p:nvSpPr>
        <p:spPr>
          <a:xfrm>
            <a:off x="3382268" y="4475171"/>
            <a:ext cx="277244" cy="277244"/>
          </a:xfrm>
          <a:prstGeom prst="ellipse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B6934861-B04E-7D7A-B288-4E4CA1BA4F6A}"/>
              </a:ext>
            </a:extLst>
          </p:cNvPr>
          <p:cNvSpPr/>
          <p:nvPr/>
        </p:nvSpPr>
        <p:spPr>
          <a:xfrm>
            <a:off x="2351471" y="4475171"/>
            <a:ext cx="277244" cy="277244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kumimoji="1" lang="ko-KR" altLang="en-US" sz="1500" dirty="0">
              <a:solidFill>
                <a:schemeClr val="tx1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2000CCB-55BF-9A46-8625-BDC4FB7355D0}"/>
              </a:ext>
            </a:extLst>
          </p:cNvPr>
          <p:cNvSpPr txBox="1"/>
          <p:nvPr/>
        </p:nvSpPr>
        <p:spPr>
          <a:xfrm>
            <a:off x="8525140" y="5422152"/>
            <a:ext cx="3806385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lang="en-US" altLang="ko-KR" sz="1500" b="1" dirty="0"/>
              <a:t>Embeddings</a:t>
            </a:r>
            <a:endParaRPr lang="ko-KR" altLang="en-US" sz="1500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5F8ABDED-348B-0E1A-9F14-A924EA4F013E}"/>
                  </a:ext>
                </a:extLst>
              </p:cNvPr>
              <p:cNvSpPr txBox="1"/>
              <p:nvPr/>
            </p:nvSpPr>
            <p:spPr>
              <a:xfrm>
                <a:off x="2104633" y="4766992"/>
                <a:ext cx="720775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1" lang="en-US" altLang="ko-KR" sz="15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ko-KR" sz="15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sSub>
                            <m:sSubPr>
                              <m:ctrlPr>
                                <a:rPr kumimoji="1" lang="en-US" altLang="ko-KR" sz="15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ko-KR" sz="1500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kumimoji="1" lang="en-US" altLang="ko-KR" sz="15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sub>
                        <m:sup>
                          <m:r>
                            <a:rPr kumimoji="1" lang="en-US" altLang="ko-KR" sz="15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kumimoji="1" lang="en-US" altLang="ko-KR" sz="15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  <m:r>
                            <a:rPr kumimoji="1" lang="en-US" altLang="ko-KR" sz="1500" b="0" i="1" smtClean="0">
                              <a:latin typeface="Cambria Math" panose="02040503050406030204" pitchFamily="18" charset="0"/>
                            </a:rPr>
                            <m:t>−1)</m:t>
                          </m:r>
                        </m:sup>
                      </m:sSubSup>
                    </m:oMath>
                  </m:oMathPara>
                </a14:m>
                <a:endParaRPr kumimoji="1" lang="ko-KR" altLang="en-US" sz="1500" dirty="0"/>
              </a:p>
            </p:txBody>
          </p:sp>
        </mc:Choice>
        <mc:Fallback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5F8ABDED-348B-0E1A-9F14-A924EA4F01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04633" y="4766992"/>
                <a:ext cx="720775" cy="40011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56F998C0-F70E-E989-9E02-4546285F97C8}"/>
                  </a:ext>
                </a:extLst>
              </p:cNvPr>
              <p:cNvSpPr txBox="1"/>
              <p:nvPr/>
            </p:nvSpPr>
            <p:spPr>
              <a:xfrm>
                <a:off x="2655380" y="4759117"/>
                <a:ext cx="720774" cy="4197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1" lang="en-US" altLang="ko-KR" sz="15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ko-KR" sz="15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sSub>
                            <m:sSubPr>
                              <m:ctrlPr>
                                <a:rPr kumimoji="1" lang="en-US" altLang="ko-KR" sz="15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ko-KR" sz="15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  <m:sub>
                              <m:r>
                                <a:rPr kumimoji="1" lang="en-US" altLang="ko-KR" sz="15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sub>
                        <m:sup>
                          <m:r>
                            <a:rPr kumimoji="1" lang="en-US" altLang="ko-KR" sz="15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kumimoji="1" lang="en-US" altLang="ko-KR" sz="15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  <m:r>
                            <a:rPr kumimoji="1" lang="en-US" altLang="ko-KR" sz="1500" b="0" i="1" smtClean="0">
                              <a:latin typeface="Cambria Math" panose="02040503050406030204" pitchFamily="18" charset="0"/>
                            </a:rPr>
                            <m:t>−1)</m:t>
                          </m:r>
                        </m:sup>
                      </m:sSubSup>
                    </m:oMath>
                  </m:oMathPara>
                </a14:m>
                <a:endParaRPr kumimoji="1" lang="ko-KR" altLang="en-US" sz="1500" dirty="0"/>
              </a:p>
            </p:txBody>
          </p:sp>
        </mc:Choice>
        <mc:Fallback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56F998C0-F70E-E989-9E02-4546285F97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55380" y="4759117"/>
                <a:ext cx="720774" cy="41973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직사각형 24">
            <a:extLst>
              <a:ext uri="{FF2B5EF4-FFF2-40B4-BE49-F238E27FC236}">
                <a16:creationId xmlns:a16="http://schemas.microsoft.com/office/drawing/2014/main" id="{362120FF-6700-5F7B-113C-1B57C8D4D236}"/>
              </a:ext>
            </a:extLst>
          </p:cNvPr>
          <p:cNvSpPr/>
          <p:nvPr/>
        </p:nvSpPr>
        <p:spPr>
          <a:xfrm>
            <a:off x="2316700" y="3499385"/>
            <a:ext cx="1418936" cy="68902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80D87B8E-10F6-8F24-25EF-3D6A560F1A9B}"/>
              </a:ext>
            </a:extLst>
          </p:cNvPr>
          <p:cNvSpPr/>
          <p:nvPr/>
        </p:nvSpPr>
        <p:spPr>
          <a:xfrm>
            <a:off x="2419538" y="3967714"/>
            <a:ext cx="508659" cy="18454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AE9B6642-4389-27A4-1D49-FF5BE7E17F9E}"/>
              </a:ext>
            </a:extLst>
          </p:cNvPr>
          <p:cNvSpPr/>
          <p:nvPr/>
        </p:nvSpPr>
        <p:spPr>
          <a:xfrm>
            <a:off x="3083921" y="3965080"/>
            <a:ext cx="508659" cy="18454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31" name="타원 30">
            <a:extLst>
              <a:ext uri="{FF2B5EF4-FFF2-40B4-BE49-F238E27FC236}">
                <a16:creationId xmlns:a16="http://schemas.microsoft.com/office/drawing/2014/main" id="{C2AD915E-F444-FB74-51A2-33FD504C79BC}"/>
              </a:ext>
            </a:extLst>
          </p:cNvPr>
          <p:cNvSpPr/>
          <p:nvPr/>
        </p:nvSpPr>
        <p:spPr>
          <a:xfrm>
            <a:off x="2454464" y="3998728"/>
            <a:ext cx="135912" cy="135912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33" name="타원 32">
            <a:extLst>
              <a:ext uri="{FF2B5EF4-FFF2-40B4-BE49-F238E27FC236}">
                <a16:creationId xmlns:a16="http://schemas.microsoft.com/office/drawing/2014/main" id="{B18801C3-7B58-E1D4-768C-D5B224A8E9B4}"/>
              </a:ext>
            </a:extLst>
          </p:cNvPr>
          <p:cNvSpPr/>
          <p:nvPr/>
        </p:nvSpPr>
        <p:spPr>
          <a:xfrm>
            <a:off x="2606864" y="3993679"/>
            <a:ext cx="135912" cy="135912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34" name="타원 33">
            <a:extLst>
              <a:ext uri="{FF2B5EF4-FFF2-40B4-BE49-F238E27FC236}">
                <a16:creationId xmlns:a16="http://schemas.microsoft.com/office/drawing/2014/main" id="{4A48CC41-292A-1EE2-899C-43DE08DF3C58}"/>
              </a:ext>
            </a:extLst>
          </p:cNvPr>
          <p:cNvSpPr/>
          <p:nvPr/>
        </p:nvSpPr>
        <p:spPr>
          <a:xfrm>
            <a:off x="2759264" y="3994689"/>
            <a:ext cx="135912" cy="135912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35" name="타원 34">
            <a:extLst>
              <a:ext uri="{FF2B5EF4-FFF2-40B4-BE49-F238E27FC236}">
                <a16:creationId xmlns:a16="http://schemas.microsoft.com/office/drawing/2014/main" id="{749E7D24-2FC4-74B6-AF6F-BBDE97B2963B}"/>
              </a:ext>
            </a:extLst>
          </p:cNvPr>
          <p:cNvSpPr/>
          <p:nvPr/>
        </p:nvSpPr>
        <p:spPr>
          <a:xfrm>
            <a:off x="3113070" y="3990988"/>
            <a:ext cx="135912" cy="135912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36" name="타원 35">
            <a:extLst>
              <a:ext uri="{FF2B5EF4-FFF2-40B4-BE49-F238E27FC236}">
                <a16:creationId xmlns:a16="http://schemas.microsoft.com/office/drawing/2014/main" id="{B284D08F-9261-C5FA-BB64-C087881A9701}"/>
              </a:ext>
            </a:extLst>
          </p:cNvPr>
          <p:cNvSpPr/>
          <p:nvPr/>
        </p:nvSpPr>
        <p:spPr>
          <a:xfrm>
            <a:off x="3265470" y="3991996"/>
            <a:ext cx="135912" cy="135912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37" name="타원 36">
            <a:extLst>
              <a:ext uri="{FF2B5EF4-FFF2-40B4-BE49-F238E27FC236}">
                <a16:creationId xmlns:a16="http://schemas.microsoft.com/office/drawing/2014/main" id="{2ECAE6CB-7B11-DC51-D238-7D9D26769C94}"/>
              </a:ext>
            </a:extLst>
          </p:cNvPr>
          <p:cNvSpPr/>
          <p:nvPr/>
        </p:nvSpPr>
        <p:spPr>
          <a:xfrm>
            <a:off x="3417870" y="3993005"/>
            <a:ext cx="135912" cy="135912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3F5816AC-2E14-ECBB-6227-8C8DDB04296F}"/>
                  </a:ext>
                </a:extLst>
              </p:cNvPr>
              <p:cNvSpPr txBox="1"/>
              <p:nvPr/>
            </p:nvSpPr>
            <p:spPr>
              <a:xfrm>
                <a:off x="2274788" y="3593886"/>
                <a:ext cx="624658" cy="38061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1" lang="en-US" altLang="ko-KR" sz="15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ko-KR" sz="1500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kumimoji="1" lang="en-US" altLang="ko-KR" sz="15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kumimoji="1" lang="en-US" altLang="ko-KR" sz="15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kumimoji="1" lang="en-US" altLang="ko-KR" sz="15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  <m:r>
                            <a:rPr kumimoji="1" lang="en-US" altLang="ko-KR" sz="15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</m:oMath>
                  </m:oMathPara>
                </a14:m>
                <a:endParaRPr kumimoji="1" lang="ko-KR" altLang="en-US" sz="1500" dirty="0"/>
              </a:p>
            </p:txBody>
          </p:sp>
        </mc:Choice>
        <mc:Fallback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3F5816AC-2E14-ECBB-6227-8C8DDB0429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74788" y="3593886"/>
                <a:ext cx="624658" cy="38061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9A1B5CB9-50BA-B26A-F363-45ECA168114A}"/>
                  </a:ext>
                </a:extLst>
              </p:cNvPr>
              <p:cNvSpPr txBox="1"/>
              <p:nvPr/>
            </p:nvSpPr>
            <p:spPr>
              <a:xfrm>
                <a:off x="3178367" y="3597422"/>
                <a:ext cx="624658" cy="39106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1" lang="en-US" altLang="ko-KR" sz="15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ko-KR" sz="1500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kumimoji="1" lang="en-US" altLang="ko-KR" sz="15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kumimoji="1" lang="en-US" altLang="ko-KR" sz="15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kumimoji="1" lang="en-US" altLang="ko-KR" sz="15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  <m:r>
                            <a:rPr kumimoji="1" lang="en-US" altLang="ko-KR" sz="15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</m:oMath>
                  </m:oMathPara>
                </a14:m>
                <a:endParaRPr kumimoji="1" lang="ko-KR" altLang="en-US" sz="1500" dirty="0"/>
              </a:p>
            </p:txBody>
          </p:sp>
        </mc:Choice>
        <mc:Fallback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9A1B5CB9-50BA-B26A-F363-45ECA16811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78367" y="3597422"/>
                <a:ext cx="624658" cy="39106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1" name="직선 화살표 연결선 40">
            <a:extLst>
              <a:ext uri="{FF2B5EF4-FFF2-40B4-BE49-F238E27FC236}">
                <a16:creationId xmlns:a16="http://schemas.microsoft.com/office/drawing/2014/main" id="{45896EC7-BD1E-E814-11F0-CA2895CA12C8}"/>
              </a:ext>
            </a:extLst>
          </p:cNvPr>
          <p:cNvCxnSpPr>
            <a:cxnSpLocks/>
            <a:stCxn id="28" idx="0"/>
          </p:cNvCxnSpPr>
          <p:nvPr/>
        </p:nvCxnSpPr>
        <p:spPr>
          <a:xfrm flipV="1">
            <a:off x="2673868" y="3792956"/>
            <a:ext cx="221308" cy="17475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4" name="직선 화살표 연결선 43">
            <a:extLst>
              <a:ext uri="{FF2B5EF4-FFF2-40B4-BE49-F238E27FC236}">
                <a16:creationId xmlns:a16="http://schemas.microsoft.com/office/drawing/2014/main" id="{B0B54D1E-F02D-601F-F8FC-94BCC7CF2B0D}"/>
              </a:ext>
            </a:extLst>
          </p:cNvPr>
          <p:cNvCxnSpPr>
            <a:cxnSpLocks/>
          </p:cNvCxnSpPr>
          <p:nvPr/>
        </p:nvCxnSpPr>
        <p:spPr>
          <a:xfrm flipH="1" flipV="1">
            <a:off x="3124140" y="3794626"/>
            <a:ext cx="221308" cy="17475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5" name="직선 화살표 연결선 44">
            <a:extLst>
              <a:ext uri="{FF2B5EF4-FFF2-40B4-BE49-F238E27FC236}">
                <a16:creationId xmlns:a16="http://schemas.microsoft.com/office/drawing/2014/main" id="{9C054869-B5D3-0581-84E2-00877E46F578}"/>
              </a:ext>
            </a:extLst>
          </p:cNvPr>
          <p:cNvCxnSpPr>
            <a:cxnSpLocks/>
            <a:stCxn id="17" idx="0"/>
            <a:endCxn id="25" idx="2"/>
          </p:cNvCxnSpPr>
          <p:nvPr/>
        </p:nvCxnSpPr>
        <p:spPr>
          <a:xfrm flipV="1">
            <a:off x="2490093" y="4188410"/>
            <a:ext cx="536075" cy="28676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1" name="직선 화살표 연결선 50">
            <a:extLst>
              <a:ext uri="{FF2B5EF4-FFF2-40B4-BE49-F238E27FC236}">
                <a16:creationId xmlns:a16="http://schemas.microsoft.com/office/drawing/2014/main" id="{8907B23A-7485-1686-CEBA-E2C071E78DE7}"/>
              </a:ext>
            </a:extLst>
          </p:cNvPr>
          <p:cNvCxnSpPr>
            <a:cxnSpLocks/>
            <a:stCxn id="14" idx="0"/>
            <a:endCxn id="25" idx="2"/>
          </p:cNvCxnSpPr>
          <p:nvPr/>
        </p:nvCxnSpPr>
        <p:spPr>
          <a:xfrm flipV="1">
            <a:off x="3018521" y="4188410"/>
            <a:ext cx="7647" cy="28676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4" name="직선 화살표 연결선 53">
            <a:extLst>
              <a:ext uri="{FF2B5EF4-FFF2-40B4-BE49-F238E27FC236}">
                <a16:creationId xmlns:a16="http://schemas.microsoft.com/office/drawing/2014/main" id="{96826657-11FB-6DE5-0692-20F58A7DF5E3}"/>
              </a:ext>
            </a:extLst>
          </p:cNvPr>
          <p:cNvCxnSpPr>
            <a:cxnSpLocks/>
            <a:stCxn id="15" idx="0"/>
            <a:endCxn id="25" idx="2"/>
          </p:cNvCxnSpPr>
          <p:nvPr/>
        </p:nvCxnSpPr>
        <p:spPr>
          <a:xfrm flipH="1" flipV="1">
            <a:off x="3026168" y="4188410"/>
            <a:ext cx="494722" cy="28676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9BF9CAC0-041F-4706-6CAF-8CD147038DBA}"/>
                  </a:ext>
                </a:extLst>
              </p:cNvPr>
              <p:cNvSpPr txBox="1"/>
              <p:nvPr/>
            </p:nvSpPr>
            <p:spPr>
              <a:xfrm>
                <a:off x="3096742" y="4452210"/>
                <a:ext cx="348199" cy="3231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o-KR" altLang="en-US" sz="1500" i="1" smtClean="0">
                          <a:latin typeface="Cambria Math" panose="02040503050406030204" pitchFamily="18" charset="0"/>
                        </a:rPr>
                        <m:t>⋯</m:t>
                      </m:r>
                    </m:oMath>
                  </m:oMathPara>
                </a14:m>
                <a:endParaRPr lang="ko-KR" altLang="en-US" sz="1500" dirty="0"/>
              </a:p>
            </p:txBody>
          </p:sp>
        </mc:Choice>
        <mc:Fallback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9BF9CAC0-041F-4706-6CAF-8CD147038D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96742" y="4452210"/>
                <a:ext cx="348199" cy="32316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AC90254A-622C-9015-3465-BAF09638A716}"/>
                  </a:ext>
                </a:extLst>
              </p:cNvPr>
              <p:cNvSpPr txBox="1"/>
              <p:nvPr/>
            </p:nvSpPr>
            <p:spPr>
              <a:xfrm>
                <a:off x="3263531" y="3220466"/>
                <a:ext cx="656519" cy="3231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5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𝑙</m:t>
                      </m:r>
                      <m:r>
                        <a:rPr lang="en-US" altLang="ko-KR" sz="15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ko-KR" altLang="en-US" sz="150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AC90254A-622C-9015-3465-BAF09638A7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63531" y="3220466"/>
                <a:ext cx="656519" cy="32316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91CBE8AD-FEA2-1D2D-023F-EA78DD826B26}"/>
                  </a:ext>
                </a:extLst>
              </p:cNvPr>
              <p:cNvSpPr txBox="1"/>
              <p:nvPr/>
            </p:nvSpPr>
            <p:spPr>
              <a:xfrm>
                <a:off x="3468028" y="2987790"/>
                <a:ext cx="656519" cy="3231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5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𝑙</m:t>
                      </m:r>
                      <m:r>
                        <a:rPr lang="en-US" altLang="ko-KR" sz="15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ko-KR" altLang="en-US" sz="150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91CBE8AD-FEA2-1D2D-023F-EA78DD826B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68028" y="2987790"/>
                <a:ext cx="656519" cy="323165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512A81B9-4EBE-66A8-2B69-9DC890901E67}"/>
                  </a:ext>
                </a:extLst>
              </p:cNvPr>
              <p:cNvSpPr txBox="1"/>
              <p:nvPr/>
            </p:nvSpPr>
            <p:spPr>
              <a:xfrm>
                <a:off x="3659331" y="2787871"/>
                <a:ext cx="656519" cy="3231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5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𝑙</m:t>
                      </m:r>
                      <m:r>
                        <a:rPr lang="en-US" altLang="ko-KR" sz="15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=3</m:t>
                      </m:r>
                    </m:oMath>
                  </m:oMathPara>
                </a14:m>
                <a:endParaRPr lang="ko-KR" altLang="en-US" sz="150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512A81B9-4EBE-66A8-2B69-9DC890901E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9331" y="2787871"/>
                <a:ext cx="656519" cy="323165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4" name="직사각형 83">
            <a:extLst>
              <a:ext uri="{FF2B5EF4-FFF2-40B4-BE49-F238E27FC236}">
                <a16:creationId xmlns:a16="http://schemas.microsoft.com/office/drawing/2014/main" id="{944D0637-9553-7E32-4D04-DC6551591917}"/>
              </a:ext>
            </a:extLst>
          </p:cNvPr>
          <p:cNvSpPr/>
          <p:nvPr/>
        </p:nvSpPr>
        <p:spPr>
          <a:xfrm>
            <a:off x="3124865" y="1641607"/>
            <a:ext cx="195943" cy="195943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85" name="직사각형 84">
            <a:extLst>
              <a:ext uri="{FF2B5EF4-FFF2-40B4-BE49-F238E27FC236}">
                <a16:creationId xmlns:a16="http://schemas.microsoft.com/office/drawing/2014/main" id="{1D0B835B-EC0D-8097-2CC8-0AEC1A3B01EA}"/>
              </a:ext>
            </a:extLst>
          </p:cNvPr>
          <p:cNvSpPr/>
          <p:nvPr/>
        </p:nvSpPr>
        <p:spPr>
          <a:xfrm>
            <a:off x="3320808" y="1641606"/>
            <a:ext cx="195943" cy="19594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86" name="직사각형 85">
            <a:extLst>
              <a:ext uri="{FF2B5EF4-FFF2-40B4-BE49-F238E27FC236}">
                <a16:creationId xmlns:a16="http://schemas.microsoft.com/office/drawing/2014/main" id="{A8B018C8-9742-B115-44A7-241AB41AB041}"/>
              </a:ext>
            </a:extLst>
          </p:cNvPr>
          <p:cNvSpPr/>
          <p:nvPr/>
        </p:nvSpPr>
        <p:spPr>
          <a:xfrm>
            <a:off x="3516751" y="1641606"/>
            <a:ext cx="195943" cy="19594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cxnSp>
        <p:nvCxnSpPr>
          <p:cNvPr id="76" name="직선 화살표 연결선 75">
            <a:extLst>
              <a:ext uri="{FF2B5EF4-FFF2-40B4-BE49-F238E27FC236}">
                <a16:creationId xmlns:a16="http://schemas.microsoft.com/office/drawing/2014/main" id="{966ABBDA-0875-BDA1-1B92-08B53218F49B}"/>
              </a:ext>
            </a:extLst>
          </p:cNvPr>
          <p:cNvCxnSpPr>
            <a:cxnSpLocks/>
            <a:stCxn id="6" idx="0"/>
            <a:endCxn id="79" idx="2"/>
          </p:cNvCxnSpPr>
          <p:nvPr/>
        </p:nvCxnSpPr>
        <p:spPr>
          <a:xfrm flipV="1">
            <a:off x="3026168" y="2392655"/>
            <a:ext cx="17122" cy="86791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9" name="직선 화살표 연결선 88">
            <a:extLst>
              <a:ext uri="{FF2B5EF4-FFF2-40B4-BE49-F238E27FC236}">
                <a16:creationId xmlns:a16="http://schemas.microsoft.com/office/drawing/2014/main" id="{B076B0F0-0B17-0319-DFC3-1852C4A04CEC}"/>
              </a:ext>
            </a:extLst>
          </p:cNvPr>
          <p:cNvCxnSpPr>
            <a:cxnSpLocks/>
            <a:stCxn id="70" idx="0"/>
            <a:endCxn id="82" idx="2"/>
          </p:cNvCxnSpPr>
          <p:nvPr/>
        </p:nvCxnSpPr>
        <p:spPr>
          <a:xfrm flipV="1">
            <a:off x="3200839" y="2120431"/>
            <a:ext cx="12911" cy="93138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2" name="직선 화살표 연결선 91">
            <a:extLst>
              <a:ext uri="{FF2B5EF4-FFF2-40B4-BE49-F238E27FC236}">
                <a16:creationId xmlns:a16="http://schemas.microsoft.com/office/drawing/2014/main" id="{50A17C11-8FA2-0A63-F071-23701B1D7EB6}"/>
              </a:ext>
            </a:extLst>
          </p:cNvPr>
          <p:cNvCxnSpPr>
            <a:cxnSpLocks/>
            <a:stCxn id="71" idx="0"/>
            <a:endCxn id="85" idx="2"/>
          </p:cNvCxnSpPr>
          <p:nvPr/>
        </p:nvCxnSpPr>
        <p:spPr>
          <a:xfrm flipV="1">
            <a:off x="3405336" y="1837549"/>
            <a:ext cx="13444" cy="101679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8" name="직사각형 77">
            <a:extLst>
              <a:ext uri="{FF2B5EF4-FFF2-40B4-BE49-F238E27FC236}">
                <a16:creationId xmlns:a16="http://schemas.microsoft.com/office/drawing/2014/main" id="{B1B8E941-43DB-E8A4-FBDE-E46F6C452332}"/>
              </a:ext>
            </a:extLst>
          </p:cNvPr>
          <p:cNvSpPr/>
          <p:nvPr/>
        </p:nvSpPr>
        <p:spPr>
          <a:xfrm>
            <a:off x="2749375" y="2196713"/>
            <a:ext cx="195943" cy="19594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6A34578A-3C12-6327-2442-4A8DC2FC77E6}"/>
              </a:ext>
            </a:extLst>
          </p:cNvPr>
          <p:cNvSpPr/>
          <p:nvPr/>
        </p:nvSpPr>
        <p:spPr>
          <a:xfrm>
            <a:off x="2945318" y="2196712"/>
            <a:ext cx="195943" cy="19594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80" name="직사각형 79">
            <a:extLst>
              <a:ext uri="{FF2B5EF4-FFF2-40B4-BE49-F238E27FC236}">
                <a16:creationId xmlns:a16="http://schemas.microsoft.com/office/drawing/2014/main" id="{76D5302E-9D04-27A8-FFC7-5560B80F7758}"/>
              </a:ext>
            </a:extLst>
          </p:cNvPr>
          <p:cNvSpPr/>
          <p:nvPr/>
        </p:nvSpPr>
        <p:spPr>
          <a:xfrm>
            <a:off x="3141261" y="2196712"/>
            <a:ext cx="195943" cy="19594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81" name="직사각형 80">
            <a:extLst>
              <a:ext uri="{FF2B5EF4-FFF2-40B4-BE49-F238E27FC236}">
                <a16:creationId xmlns:a16="http://schemas.microsoft.com/office/drawing/2014/main" id="{8279C2B3-B2F5-CEBD-A1B8-046F3D1D8DB3}"/>
              </a:ext>
            </a:extLst>
          </p:cNvPr>
          <p:cNvSpPr/>
          <p:nvPr/>
        </p:nvSpPr>
        <p:spPr>
          <a:xfrm>
            <a:off x="2919835" y="1924489"/>
            <a:ext cx="195943" cy="19594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82" name="직사각형 81">
            <a:extLst>
              <a:ext uri="{FF2B5EF4-FFF2-40B4-BE49-F238E27FC236}">
                <a16:creationId xmlns:a16="http://schemas.microsoft.com/office/drawing/2014/main" id="{8C516E9D-87D4-5320-9543-4D7C68625863}"/>
              </a:ext>
            </a:extLst>
          </p:cNvPr>
          <p:cNvSpPr/>
          <p:nvPr/>
        </p:nvSpPr>
        <p:spPr>
          <a:xfrm>
            <a:off x="3115778" y="1924488"/>
            <a:ext cx="195943" cy="195943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83" name="직사각형 82">
            <a:extLst>
              <a:ext uri="{FF2B5EF4-FFF2-40B4-BE49-F238E27FC236}">
                <a16:creationId xmlns:a16="http://schemas.microsoft.com/office/drawing/2014/main" id="{BE833EC4-6B0A-0B04-3742-0B03F7FA6B2D}"/>
              </a:ext>
            </a:extLst>
          </p:cNvPr>
          <p:cNvSpPr/>
          <p:nvPr/>
        </p:nvSpPr>
        <p:spPr>
          <a:xfrm>
            <a:off x="3311721" y="1924488"/>
            <a:ext cx="195943" cy="19594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cxnSp>
        <p:nvCxnSpPr>
          <p:cNvPr id="96" name="꺾인 연결선[E] 95">
            <a:extLst>
              <a:ext uri="{FF2B5EF4-FFF2-40B4-BE49-F238E27FC236}">
                <a16:creationId xmlns:a16="http://schemas.microsoft.com/office/drawing/2014/main" id="{F44992F2-6097-0349-8072-9CBBA55A7846}"/>
              </a:ext>
            </a:extLst>
          </p:cNvPr>
          <p:cNvCxnSpPr>
            <a:cxnSpLocks/>
            <a:stCxn id="11" idx="3"/>
          </p:cNvCxnSpPr>
          <p:nvPr/>
        </p:nvCxnSpPr>
        <p:spPr>
          <a:xfrm flipV="1">
            <a:off x="3319093" y="1308274"/>
            <a:ext cx="1582079" cy="4264617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9" name="직선 화살표 연결선 98">
            <a:extLst>
              <a:ext uri="{FF2B5EF4-FFF2-40B4-BE49-F238E27FC236}">
                <a16:creationId xmlns:a16="http://schemas.microsoft.com/office/drawing/2014/main" id="{5E6EFECE-4ED0-8ED0-FA7F-70E148FABE54}"/>
              </a:ext>
            </a:extLst>
          </p:cNvPr>
          <p:cNvCxnSpPr>
            <a:cxnSpLocks/>
            <a:stCxn id="10" idx="0"/>
            <a:endCxn id="6" idx="2"/>
          </p:cNvCxnSpPr>
          <p:nvPr/>
        </p:nvCxnSpPr>
        <p:spPr>
          <a:xfrm flipV="1">
            <a:off x="3025179" y="5174134"/>
            <a:ext cx="989" cy="30078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5" name="구부러진 연결선[U] 104">
            <a:extLst>
              <a:ext uri="{FF2B5EF4-FFF2-40B4-BE49-F238E27FC236}">
                <a16:creationId xmlns:a16="http://schemas.microsoft.com/office/drawing/2014/main" id="{270F1FE9-74C9-28C4-B807-5F731C6D985B}"/>
              </a:ext>
            </a:extLst>
          </p:cNvPr>
          <p:cNvCxnSpPr>
            <a:cxnSpLocks/>
            <a:stCxn id="6" idx="3"/>
            <a:endCxn id="70" idx="3"/>
          </p:cNvCxnSpPr>
          <p:nvPr/>
        </p:nvCxnSpPr>
        <p:spPr>
          <a:xfrm flipV="1">
            <a:off x="3875434" y="3961422"/>
            <a:ext cx="174671" cy="255931"/>
          </a:xfrm>
          <a:prstGeom prst="curvedConnector3">
            <a:avLst>
              <a:gd name="adj1" fmla="val 230875"/>
            </a:avLst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07" name="구부러진 연결선[U] 106">
            <a:extLst>
              <a:ext uri="{FF2B5EF4-FFF2-40B4-BE49-F238E27FC236}">
                <a16:creationId xmlns:a16="http://schemas.microsoft.com/office/drawing/2014/main" id="{62FEA5D0-0C72-4FF7-9799-A1092F605F9E}"/>
              </a:ext>
            </a:extLst>
          </p:cNvPr>
          <p:cNvCxnSpPr>
            <a:cxnSpLocks/>
            <a:stCxn id="70" idx="3"/>
            <a:endCxn id="71" idx="3"/>
          </p:cNvCxnSpPr>
          <p:nvPr/>
        </p:nvCxnSpPr>
        <p:spPr>
          <a:xfrm flipV="1">
            <a:off x="4050105" y="3763953"/>
            <a:ext cx="204497" cy="197469"/>
          </a:xfrm>
          <a:prstGeom prst="curvedConnector3">
            <a:avLst>
              <a:gd name="adj1" fmla="val 211786"/>
            </a:avLst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10" name="직사각형 109">
            <a:extLst>
              <a:ext uri="{FF2B5EF4-FFF2-40B4-BE49-F238E27FC236}">
                <a16:creationId xmlns:a16="http://schemas.microsoft.com/office/drawing/2014/main" id="{789F81E0-1997-0D54-3881-2346924DCC9D}"/>
              </a:ext>
            </a:extLst>
          </p:cNvPr>
          <p:cNvSpPr/>
          <p:nvPr/>
        </p:nvSpPr>
        <p:spPr>
          <a:xfrm>
            <a:off x="3507664" y="989932"/>
            <a:ext cx="1698532" cy="31834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dirty="0">
                <a:solidFill>
                  <a:schemeClr val="tx1"/>
                </a:solidFill>
              </a:rPr>
              <a:t>Concatenate</a:t>
            </a:r>
            <a:endParaRPr kumimoji="1" lang="ko-KR" altLang="en-US" dirty="0">
              <a:solidFill>
                <a:schemeClr val="tx1"/>
              </a:solidFill>
            </a:endParaRPr>
          </a:p>
        </p:txBody>
      </p:sp>
      <p:cxnSp>
        <p:nvCxnSpPr>
          <p:cNvPr id="111" name="직선 화살표 연결선 110">
            <a:extLst>
              <a:ext uri="{FF2B5EF4-FFF2-40B4-BE49-F238E27FC236}">
                <a16:creationId xmlns:a16="http://schemas.microsoft.com/office/drawing/2014/main" id="{45666A53-1A6C-B05F-991A-C14630FA8749}"/>
              </a:ext>
            </a:extLst>
          </p:cNvPr>
          <p:cNvCxnSpPr>
            <a:cxnSpLocks/>
          </p:cNvCxnSpPr>
          <p:nvPr/>
        </p:nvCxnSpPr>
        <p:spPr>
          <a:xfrm flipV="1">
            <a:off x="4912730" y="567009"/>
            <a:ext cx="466022" cy="42292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6" name="가산 접합 115">
            <a:extLst>
              <a:ext uri="{FF2B5EF4-FFF2-40B4-BE49-F238E27FC236}">
                <a16:creationId xmlns:a16="http://schemas.microsoft.com/office/drawing/2014/main" id="{2B4D3400-18CE-1089-3E8C-17C135C09A80}"/>
              </a:ext>
            </a:extLst>
          </p:cNvPr>
          <p:cNvSpPr/>
          <p:nvPr/>
        </p:nvSpPr>
        <p:spPr>
          <a:xfrm>
            <a:off x="5378752" y="299712"/>
            <a:ext cx="356734" cy="356734"/>
          </a:xfrm>
          <a:prstGeom prst="flowChartSummingJunction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17" name="평행 사변형[P] 116">
            <a:extLst>
              <a:ext uri="{FF2B5EF4-FFF2-40B4-BE49-F238E27FC236}">
                <a16:creationId xmlns:a16="http://schemas.microsoft.com/office/drawing/2014/main" id="{245D2AD0-E37A-1CF5-FA21-59E224D17079}"/>
              </a:ext>
            </a:extLst>
          </p:cNvPr>
          <p:cNvSpPr/>
          <p:nvPr/>
        </p:nvSpPr>
        <p:spPr>
          <a:xfrm>
            <a:off x="6947654" y="1525614"/>
            <a:ext cx="1493434" cy="998884"/>
          </a:xfrm>
          <a:prstGeom prst="parallelogram">
            <a:avLst>
              <a:gd name="adj" fmla="val 37500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18" name="직사각형 117">
            <a:extLst>
              <a:ext uri="{FF2B5EF4-FFF2-40B4-BE49-F238E27FC236}">
                <a16:creationId xmlns:a16="http://schemas.microsoft.com/office/drawing/2014/main" id="{3EEC77CF-5FAB-28E4-37B9-D4C0754F0293}"/>
              </a:ext>
            </a:extLst>
          </p:cNvPr>
          <p:cNvSpPr/>
          <p:nvPr/>
        </p:nvSpPr>
        <p:spPr>
          <a:xfrm>
            <a:off x="7031105" y="2841814"/>
            <a:ext cx="1698532" cy="183174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19" name="직사각형 118">
            <a:extLst>
              <a:ext uri="{FF2B5EF4-FFF2-40B4-BE49-F238E27FC236}">
                <a16:creationId xmlns:a16="http://schemas.microsoft.com/office/drawing/2014/main" id="{659DC622-009E-975F-A7DC-E27034D56B98}"/>
              </a:ext>
            </a:extLst>
          </p:cNvPr>
          <p:cNvSpPr/>
          <p:nvPr/>
        </p:nvSpPr>
        <p:spPr>
          <a:xfrm>
            <a:off x="6826608" y="3039283"/>
            <a:ext cx="1698532" cy="183174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24" name="직사각형 123">
            <a:extLst>
              <a:ext uri="{FF2B5EF4-FFF2-40B4-BE49-F238E27FC236}">
                <a16:creationId xmlns:a16="http://schemas.microsoft.com/office/drawing/2014/main" id="{03574037-A16F-39BF-CA40-F37619E0EC25}"/>
              </a:ext>
            </a:extLst>
          </p:cNvPr>
          <p:cNvSpPr/>
          <p:nvPr/>
        </p:nvSpPr>
        <p:spPr>
          <a:xfrm>
            <a:off x="6651937" y="3248040"/>
            <a:ext cx="1698532" cy="192609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25" name="타원 124">
            <a:extLst>
              <a:ext uri="{FF2B5EF4-FFF2-40B4-BE49-F238E27FC236}">
                <a16:creationId xmlns:a16="http://schemas.microsoft.com/office/drawing/2014/main" id="{1643A350-D392-99BE-1C25-42991A8B5793}"/>
              </a:ext>
            </a:extLst>
          </p:cNvPr>
          <p:cNvSpPr/>
          <p:nvPr/>
        </p:nvSpPr>
        <p:spPr>
          <a:xfrm>
            <a:off x="7354934" y="4462639"/>
            <a:ext cx="277244" cy="277244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26" name="타원 125">
            <a:extLst>
              <a:ext uri="{FF2B5EF4-FFF2-40B4-BE49-F238E27FC236}">
                <a16:creationId xmlns:a16="http://schemas.microsoft.com/office/drawing/2014/main" id="{C44A661E-538B-108C-9177-0FF8FADF4BFA}"/>
              </a:ext>
            </a:extLst>
          </p:cNvPr>
          <p:cNvSpPr/>
          <p:nvPr/>
        </p:nvSpPr>
        <p:spPr>
          <a:xfrm>
            <a:off x="7857303" y="4462639"/>
            <a:ext cx="277244" cy="277244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27" name="타원 126">
            <a:extLst>
              <a:ext uri="{FF2B5EF4-FFF2-40B4-BE49-F238E27FC236}">
                <a16:creationId xmlns:a16="http://schemas.microsoft.com/office/drawing/2014/main" id="{CEB81CF3-4395-D0BF-8239-1C43B5114EC6}"/>
              </a:ext>
            </a:extLst>
          </p:cNvPr>
          <p:cNvSpPr/>
          <p:nvPr/>
        </p:nvSpPr>
        <p:spPr>
          <a:xfrm>
            <a:off x="6826506" y="4462639"/>
            <a:ext cx="277244" cy="277244"/>
          </a:xfrm>
          <a:prstGeom prst="ellipse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kumimoji="1" lang="ko-KR" altLang="en-US" sz="15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9" name="TextBox 128">
                <a:extLst>
                  <a:ext uri="{FF2B5EF4-FFF2-40B4-BE49-F238E27FC236}">
                    <a16:creationId xmlns:a16="http://schemas.microsoft.com/office/drawing/2014/main" id="{8BD07D79-54A6-226F-C1DA-EB284405B370}"/>
                  </a:ext>
                </a:extLst>
              </p:cNvPr>
              <p:cNvSpPr txBox="1"/>
              <p:nvPr/>
            </p:nvSpPr>
            <p:spPr>
              <a:xfrm>
                <a:off x="2306913" y="4427865"/>
                <a:ext cx="348199" cy="3231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15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15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kumimoji="1" lang="en-US" altLang="ko-KR" sz="15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ko-KR" altLang="en-US" sz="1500" dirty="0"/>
              </a:p>
            </p:txBody>
          </p:sp>
        </mc:Choice>
        <mc:Fallback>
          <p:sp>
            <p:nvSpPr>
              <p:cNvPr id="129" name="TextBox 128">
                <a:extLst>
                  <a:ext uri="{FF2B5EF4-FFF2-40B4-BE49-F238E27FC236}">
                    <a16:creationId xmlns:a16="http://schemas.microsoft.com/office/drawing/2014/main" id="{8BD07D79-54A6-226F-C1DA-EB284405B3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06913" y="4427865"/>
                <a:ext cx="348199" cy="323165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0" name="직사각형 129">
            <a:extLst>
              <a:ext uri="{FF2B5EF4-FFF2-40B4-BE49-F238E27FC236}">
                <a16:creationId xmlns:a16="http://schemas.microsoft.com/office/drawing/2014/main" id="{7E5F126F-2599-25F5-6107-3DD9A66C1390}"/>
              </a:ext>
            </a:extLst>
          </p:cNvPr>
          <p:cNvSpPr/>
          <p:nvPr/>
        </p:nvSpPr>
        <p:spPr>
          <a:xfrm>
            <a:off x="6791735" y="3486853"/>
            <a:ext cx="1418936" cy="68902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33" name="직사각형 132">
            <a:extLst>
              <a:ext uri="{FF2B5EF4-FFF2-40B4-BE49-F238E27FC236}">
                <a16:creationId xmlns:a16="http://schemas.microsoft.com/office/drawing/2014/main" id="{A3DB53E4-FB31-B383-D8C4-48A30ABE7F63}"/>
              </a:ext>
            </a:extLst>
          </p:cNvPr>
          <p:cNvSpPr/>
          <p:nvPr/>
        </p:nvSpPr>
        <p:spPr>
          <a:xfrm>
            <a:off x="6894573" y="3955182"/>
            <a:ext cx="508659" cy="18454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34" name="직사각형 133">
            <a:extLst>
              <a:ext uri="{FF2B5EF4-FFF2-40B4-BE49-F238E27FC236}">
                <a16:creationId xmlns:a16="http://schemas.microsoft.com/office/drawing/2014/main" id="{3490AA51-FCAF-7595-0CAA-D2D0B882665F}"/>
              </a:ext>
            </a:extLst>
          </p:cNvPr>
          <p:cNvSpPr/>
          <p:nvPr/>
        </p:nvSpPr>
        <p:spPr>
          <a:xfrm>
            <a:off x="7558956" y="3952548"/>
            <a:ext cx="508659" cy="18454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35" name="타원 134">
            <a:extLst>
              <a:ext uri="{FF2B5EF4-FFF2-40B4-BE49-F238E27FC236}">
                <a16:creationId xmlns:a16="http://schemas.microsoft.com/office/drawing/2014/main" id="{026EE7FA-3C2C-48B8-0AB7-6DB48D79BE9B}"/>
              </a:ext>
            </a:extLst>
          </p:cNvPr>
          <p:cNvSpPr/>
          <p:nvPr/>
        </p:nvSpPr>
        <p:spPr>
          <a:xfrm>
            <a:off x="6929499" y="3986196"/>
            <a:ext cx="135912" cy="135912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36" name="타원 135">
            <a:extLst>
              <a:ext uri="{FF2B5EF4-FFF2-40B4-BE49-F238E27FC236}">
                <a16:creationId xmlns:a16="http://schemas.microsoft.com/office/drawing/2014/main" id="{EC22E8B6-DC9E-E361-3A48-943CA664E270}"/>
              </a:ext>
            </a:extLst>
          </p:cNvPr>
          <p:cNvSpPr/>
          <p:nvPr/>
        </p:nvSpPr>
        <p:spPr>
          <a:xfrm>
            <a:off x="7081899" y="3981147"/>
            <a:ext cx="135912" cy="135912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37" name="타원 136">
            <a:extLst>
              <a:ext uri="{FF2B5EF4-FFF2-40B4-BE49-F238E27FC236}">
                <a16:creationId xmlns:a16="http://schemas.microsoft.com/office/drawing/2014/main" id="{16072B36-D0C3-E2A1-D8C0-0F3131CA3BF6}"/>
              </a:ext>
            </a:extLst>
          </p:cNvPr>
          <p:cNvSpPr/>
          <p:nvPr/>
        </p:nvSpPr>
        <p:spPr>
          <a:xfrm>
            <a:off x="7234299" y="3982157"/>
            <a:ext cx="135912" cy="135912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38" name="타원 137">
            <a:extLst>
              <a:ext uri="{FF2B5EF4-FFF2-40B4-BE49-F238E27FC236}">
                <a16:creationId xmlns:a16="http://schemas.microsoft.com/office/drawing/2014/main" id="{BEFDCB19-6865-A898-2D8D-5C3B0A64180A}"/>
              </a:ext>
            </a:extLst>
          </p:cNvPr>
          <p:cNvSpPr/>
          <p:nvPr/>
        </p:nvSpPr>
        <p:spPr>
          <a:xfrm>
            <a:off x="7588105" y="3978456"/>
            <a:ext cx="135912" cy="135912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39" name="타원 138">
            <a:extLst>
              <a:ext uri="{FF2B5EF4-FFF2-40B4-BE49-F238E27FC236}">
                <a16:creationId xmlns:a16="http://schemas.microsoft.com/office/drawing/2014/main" id="{B7B9C203-B7D2-E900-60FC-45ACAD74FDCE}"/>
              </a:ext>
            </a:extLst>
          </p:cNvPr>
          <p:cNvSpPr/>
          <p:nvPr/>
        </p:nvSpPr>
        <p:spPr>
          <a:xfrm>
            <a:off x="7740505" y="3979464"/>
            <a:ext cx="135912" cy="135912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40" name="타원 139">
            <a:extLst>
              <a:ext uri="{FF2B5EF4-FFF2-40B4-BE49-F238E27FC236}">
                <a16:creationId xmlns:a16="http://schemas.microsoft.com/office/drawing/2014/main" id="{44A721A0-3259-DA79-028D-1C62665E1492}"/>
              </a:ext>
            </a:extLst>
          </p:cNvPr>
          <p:cNvSpPr/>
          <p:nvPr/>
        </p:nvSpPr>
        <p:spPr>
          <a:xfrm>
            <a:off x="7892905" y="3980473"/>
            <a:ext cx="135912" cy="135912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1" name="TextBox 140">
                <a:extLst>
                  <a:ext uri="{FF2B5EF4-FFF2-40B4-BE49-F238E27FC236}">
                    <a16:creationId xmlns:a16="http://schemas.microsoft.com/office/drawing/2014/main" id="{F10AF11A-7B38-07DA-FF53-D8B45DAFA5BE}"/>
                  </a:ext>
                </a:extLst>
              </p:cNvPr>
              <p:cNvSpPr txBox="1"/>
              <p:nvPr/>
            </p:nvSpPr>
            <p:spPr>
              <a:xfrm>
                <a:off x="6749823" y="3581354"/>
                <a:ext cx="624658" cy="38061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1" lang="en-US" altLang="ko-KR" sz="15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ko-KR" sz="1500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kumimoji="1" lang="en-US" altLang="ko-KR" sz="15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kumimoji="1" lang="en-US" altLang="ko-KR" sz="15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kumimoji="1" lang="en-US" altLang="ko-KR" sz="15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  <m:r>
                            <a:rPr kumimoji="1" lang="en-US" altLang="ko-KR" sz="15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</m:oMath>
                  </m:oMathPara>
                </a14:m>
                <a:endParaRPr kumimoji="1" lang="ko-KR" altLang="en-US" sz="1500" dirty="0"/>
              </a:p>
            </p:txBody>
          </p:sp>
        </mc:Choice>
        <mc:Fallback>
          <p:sp>
            <p:nvSpPr>
              <p:cNvPr id="141" name="TextBox 140">
                <a:extLst>
                  <a:ext uri="{FF2B5EF4-FFF2-40B4-BE49-F238E27FC236}">
                    <a16:creationId xmlns:a16="http://schemas.microsoft.com/office/drawing/2014/main" id="{F10AF11A-7B38-07DA-FF53-D8B45DAFA5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49823" y="3581354"/>
                <a:ext cx="624658" cy="380617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2" name="TextBox 141">
                <a:extLst>
                  <a:ext uri="{FF2B5EF4-FFF2-40B4-BE49-F238E27FC236}">
                    <a16:creationId xmlns:a16="http://schemas.microsoft.com/office/drawing/2014/main" id="{663D6660-CC98-3C0B-EE2C-2DC216285EC6}"/>
                  </a:ext>
                </a:extLst>
              </p:cNvPr>
              <p:cNvSpPr txBox="1"/>
              <p:nvPr/>
            </p:nvSpPr>
            <p:spPr>
              <a:xfrm>
                <a:off x="7653402" y="3584890"/>
                <a:ext cx="624658" cy="39106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1" lang="en-US" altLang="ko-KR" sz="15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ko-KR" sz="1500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kumimoji="1" lang="en-US" altLang="ko-KR" sz="15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kumimoji="1" lang="en-US" altLang="ko-KR" sz="15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kumimoji="1" lang="en-US" altLang="ko-KR" sz="15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  <m:r>
                            <a:rPr kumimoji="1" lang="en-US" altLang="ko-KR" sz="15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</m:oMath>
                  </m:oMathPara>
                </a14:m>
                <a:endParaRPr kumimoji="1" lang="ko-KR" altLang="en-US" sz="1500" dirty="0"/>
              </a:p>
            </p:txBody>
          </p:sp>
        </mc:Choice>
        <mc:Fallback>
          <p:sp>
            <p:nvSpPr>
              <p:cNvPr id="142" name="TextBox 141">
                <a:extLst>
                  <a:ext uri="{FF2B5EF4-FFF2-40B4-BE49-F238E27FC236}">
                    <a16:creationId xmlns:a16="http://schemas.microsoft.com/office/drawing/2014/main" id="{663D6660-CC98-3C0B-EE2C-2DC216285E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53402" y="3584890"/>
                <a:ext cx="624658" cy="391069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3" name="직선 화살표 연결선 142">
            <a:extLst>
              <a:ext uri="{FF2B5EF4-FFF2-40B4-BE49-F238E27FC236}">
                <a16:creationId xmlns:a16="http://schemas.microsoft.com/office/drawing/2014/main" id="{4170EE0A-B385-715C-FD47-4645363E07F3}"/>
              </a:ext>
            </a:extLst>
          </p:cNvPr>
          <p:cNvCxnSpPr>
            <a:cxnSpLocks/>
            <a:stCxn id="133" idx="0"/>
          </p:cNvCxnSpPr>
          <p:nvPr/>
        </p:nvCxnSpPr>
        <p:spPr>
          <a:xfrm flipV="1">
            <a:off x="7148903" y="3780424"/>
            <a:ext cx="221308" cy="17475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4" name="직선 화살표 연결선 143">
            <a:extLst>
              <a:ext uri="{FF2B5EF4-FFF2-40B4-BE49-F238E27FC236}">
                <a16:creationId xmlns:a16="http://schemas.microsoft.com/office/drawing/2014/main" id="{63582D06-6212-1285-AC53-A9B7F4073EEC}"/>
              </a:ext>
            </a:extLst>
          </p:cNvPr>
          <p:cNvCxnSpPr>
            <a:cxnSpLocks/>
          </p:cNvCxnSpPr>
          <p:nvPr/>
        </p:nvCxnSpPr>
        <p:spPr>
          <a:xfrm flipH="1" flipV="1">
            <a:off x="7599175" y="3782094"/>
            <a:ext cx="221308" cy="17475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5" name="직선 화살표 연결선 144">
            <a:extLst>
              <a:ext uri="{FF2B5EF4-FFF2-40B4-BE49-F238E27FC236}">
                <a16:creationId xmlns:a16="http://schemas.microsoft.com/office/drawing/2014/main" id="{2D2FEE5D-3F18-9A65-83A8-686CD60FFC31}"/>
              </a:ext>
            </a:extLst>
          </p:cNvPr>
          <p:cNvCxnSpPr>
            <a:cxnSpLocks/>
            <a:stCxn id="127" idx="0"/>
            <a:endCxn id="130" idx="2"/>
          </p:cNvCxnSpPr>
          <p:nvPr/>
        </p:nvCxnSpPr>
        <p:spPr>
          <a:xfrm flipV="1">
            <a:off x="6965128" y="4175878"/>
            <a:ext cx="536075" cy="28676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6" name="직선 화살표 연결선 145">
            <a:extLst>
              <a:ext uri="{FF2B5EF4-FFF2-40B4-BE49-F238E27FC236}">
                <a16:creationId xmlns:a16="http://schemas.microsoft.com/office/drawing/2014/main" id="{D0902C52-099F-ABE6-C73F-269C5F585145}"/>
              </a:ext>
            </a:extLst>
          </p:cNvPr>
          <p:cNvCxnSpPr>
            <a:cxnSpLocks/>
            <a:stCxn id="125" idx="0"/>
            <a:endCxn id="130" idx="2"/>
          </p:cNvCxnSpPr>
          <p:nvPr/>
        </p:nvCxnSpPr>
        <p:spPr>
          <a:xfrm flipV="1">
            <a:off x="7493556" y="4175878"/>
            <a:ext cx="7647" cy="28676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7" name="직선 화살표 연결선 146">
            <a:extLst>
              <a:ext uri="{FF2B5EF4-FFF2-40B4-BE49-F238E27FC236}">
                <a16:creationId xmlns:a16="http://schemas.microsoft.com/office/drawing/2014/main" id="{0B525164-F046-CEFD-7DDD-AFBEF89557C1}"/>
              </a:ext>
            </a:extLst>
          </p:cNvPr>
          <p:cNvCxnSpPr>
            <a:cxnSpLocks/>
            <a:stCxn id="126" idx="0"/>
            <a:endCxn id="130" idx="2"/>
          </p:cNvCxnSpPr>
          <p:nvPr/>
        </p:nvCxnSpPr>
        <p:spPr>
          <a:xfrm flipH="1" flipV="1">
            <a:off x="7501203" y="4175878"/>
            <a:ext cx="494722" cy="28676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48" name="TextBox 147">
                <a:extLst>
                  <a:ext uri="{FF2B5EF4-FFF2-40B4-BE49-F238E27FC236}">
                    <a16:creationId xmlns:a16="http://schemas.microsoft.com/office/drawing/2014/main" id="{D4D01E2E-B285-05FB-9AB1-AC909DC0664E}"/>
                  </a:ext>
                </a:extLst>
              </p:cNvPr>
              <p:cNvSpPr txBox="1"/>
              <p:nvPr/>
            </p:nvSpPr>
            <p:spPr>
              <a:xfrm>
                <a:off x="7571777" y="4439678"/>
                <a:ext cx="348199" cy="3231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o-KR" altLang="en-US" sz="1500" i="1" smtClean="0">
                          <a:latin typeface="Cambria Math" panose="02040503050406030204" pitchFamily="18" charset="0"/>
                        </a:rPr>
                        <m:t>⋯</m:t>
                      </m:r>
                    </m:oMath>
                  </m:oMathPara>
                </a14:m>
                <a:endParaRPr lang="ko-KR" altLang="en-US" sz="1500" dirty="0"/>
              </a:p>
            </p:txBody>
          </p:sp>
        </mc:Choice>
        <mc:Fallback>
          <p:sp>
            <p:nvSpPr>
              <p:cNvPr id="148" name="TextBox 147">
                <a:extLst>
                  <a:ext uri="{FF2B5EF4-FFF2-40B4-BE49-F238E27FC236}">
                    <a16:creationId xmlns:a16="http://schemas.microsoft.com/office/drawing/2014/main" id="{D4D01E2E-B285-05FB-9AB1-AC909DC066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71777" y="4439678"/>
                <a:ext cx="348199" cy="323165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9" name="TextBox 148">
                <a:extLst>
                  <a:ext uri="{FF2B5EF4-FFF2-40B4-BE49-F238E27FC236}">
                    <a16:creationId xmlns:a16="http://schemas.microsoft.com/office/drawing/2014/main" id="{2798EDEB-DA16-92C8-7897-CC010E2AA927}"/>
                  </a:ext>
                </a:extLst>
              </p:cNvPr>
              <p:cNvSpPr txBox="1"/>
              <p:nvPr/>
            </p:nvSpPr>
            <p:spPr>
              <a:xfrm>
                <a:off x="7738566" y="3207934"/>
                <a:ext cx="656519" cy="3231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5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𝑙</m:t>
                      </m:r>
                      <m:r>
                        <a:rPr lang="en-US" altLang="ko-KR" sz="15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ko-KR" altLang="en-US" sz="150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149" name="TextBox 148">
                <a:extLst>
                  <a:ext uri="{FF2B5EF4-FFF2-40B4-BE49-F238E27FC236}">
                    <a16:creationId xmlns:a16="http://schemas.microsoft.com/office/drawing/2014/main" id="{2798EDEB-DA16-92C8-7897-CC010E2AA9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38566" y="3207934"/>
                <a:ext cx="656519" cy="323165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0" name="TextBox 149">
                <a:extLst>
                  <a:ext uri="{FF2B5EF4-FFF2-40B4-BE49-F238E27FC236}">
                    <a16:creationId xmlns:a16="http://schemas.microsoft.com/office/drawing/2014/main" id="{9608BD9B-336D-1AB7-FF26-A503CD8ECB7E}"/>
                  </a:ext>
                </a:extLst>
              </p:cNvPr>
              <p:cNvSpPr txBox="1"/>
              <p:nvPr/>
            </p:nvSpPr>
            <p:spPr>
              <a:xfrm>
                <a:off x="7943063" y="2975258"/>
                <a:ext cx="656519" cy="3231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5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𝑙</m:t>
                      </m:r>
                      <m:r>
                        <a:rPr lang="en-US" altLang="ko-KR" sz="15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ko-KR" altLang="en-US" sz="150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150" name="TextBox 149">
                <a:extLst>
                  <a:ext uri="{FF2B5EF4-FFF2-40B4-BE49-F238E27FC236}">
                    <a16:creationId xmlns:a16="http://schemas.microsoft.com/office/drawing/2014/main" id="{9608BD9B-336D-1AB7-FF26-A503CD8ECB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43063" y="2975258"/>
                <a:ext cx="656519" cy="323165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1" name="TextBox 150">
                <a:extLst>
                  <a:ext uri="{FF2B5EF4-FFF2-40B4-BE49-F238E27FC236}">
                    <a16:creationId xmlns:a16="http://schemas.microsoft.com/office/drawing/2014/main" id="{3EEEC7E8-DACD-4FB4-F309-058A73ABFA68}"/>
                  </a:ext>
                </a:extLst>
              </p:cNvPr>
              <p:cNvSpPr txBox="1"/>
              <p:nvPr/>
            </p:nvSpPr>
            <p:spPr>
              <a:xfrm>
                <a:off x="8134366" y="2775339"/>
                <a:ext cx="656519" cy="3231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5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𝑙</m:t>
                      </m:r>
                      <m:r>
                        <a:rPr lang="en-US" altLang="ko-KR" sz="15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=3</m:t>
                      </m:r>
                    </m:oMath>
                  </m:oMathPara>
                </a14:m>
                <a:endParaRPr lang="ko-KR" altLang="en-US" sz="150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151" name="TextBox 150">
                <a:extLst>
                  <a:ext uri="{FF2B5EF4-FFF2-40B4-BE49-F238E27FC236}">
                    <a16:creationId xmlns:a16="http://schemas.microsoft.com/office/drawing/2014/main" id="{3EEEC7E8-DACD-4FB4-F309-058A73ABFA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34366" y="2775339"/>
                <a:ext cx="656519" cy="323165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2" name="직사각형 151">
            <a:extLst>
              <a:ext uri="{FF2B5EF4-FFF2-40B4-BE49-F238E27FC236}">
                <a16:creationId xmlns:a16="http://schemas.microsoft.com/office/drawing/2014/main" id="{D7004DE7-3150-67FB-FDA0-339A10EAD73F}"/>
              </a:ext>
            </a:extLst>
          </p:cNvPr>
          <p:cNvSpPr/>
          <p:nvPr/>
        </p:nvSpPr>
        <p:spPr>
          <a:xfrm>
            <a:off x="7599900" y="1629075"/>
            <a:ext cx="195943" cy="19594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153" name="직사각형 152">
            <a:extLst>
              <a:ext uri="{FF2B5EF4-FFF2-40B4-BE49-F238E27FC236}">
                <a16:creationId xmlns:a16="http://schemas.microsoft.com/office/drawing/2014/main" id="{1087D18E-25FA-54FF-E654-899FE6E1F551}"/>
              </a:ext>
            </a:extLst>
          </p:cNvPr>
          <p:cNvSpPr/>
          <p:nvPr/>
        </p:nvSpPr>
        <p:spPr>
          <a:xfrm>
            <a:off x="7795843" y="1629074"/>
            <a:ext cx="195943" cy="195943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154" name="직사각형 153">
            <a:extLst>
              <a:ext uri="{FF2B5EF4-FFF2-40B4-BE49-F238E27FC236}">
                <a16:creationId xmlns:a16="http://schemas.microsoft.com/office/drawing/2014/main" id="{A21D839C-D12B-7FC6-A539-1AD80B958FE7}"/>
              </a:ext>
            </a:extLst>
          </p:cNvPr>
          <p:cNvSpPr/>
          <p:nvPr/>
        </p:nvSpPr>
        <p:spPr>
          <a:xfrm>
            <a:off x="7991786" y="1629074"/>
            <a:ext cx="195943" cy="195943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cxnSp>
        <p:nvCxnSpPr>
          <p:cNvPr id="155" name="직선 화살표 연결선 154">
            <a:extLst>
              <a:ext uri="{FF2B5EF4-FFF2-40B4-BE49-F238E27FC236}">
                <a16:creationId xmlns:a16="http://schemas.microsoft.com/office/drawing/2014/main" id="{11D0224F-28A5-C1C7-8F1D-E9DF248D5267}"/>
              </a:ext>
            </a:extLst>
          </p:cNvPr>
          <p:cNvCxnSpPr>
            <a:cxnSpLocks/>
            <a:stCxn id="124" idx="0"/>
            <a:endCxn id="159" idx="2"/>
          </p:cNvCxnSpPr>
          <p:nvPr/>
        </p:nvCxnSpPr>
        <p:spPr>
          <a:xfrm flipV="1">
            <a:off x="7501203" y="2380123"/>
            <a:ext cx="17122" cy="86791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6" name="직선 화살표 연결선 155">
            <a:extLst>
              <a:ext uri="{FF2B5EF4-FFF2-40B4-BE49-F238E27FC236}">
                <a16:creationId xmlns:a16="http://schemas.microsoft.com/office/drawing/2014/main" id="{4A9C3C45-CBD5-902C-DE4B-EB55CC3560DD}"/>
              </a:ext>
            </a:extLst>
          </p:cNvPr>
          <p:cNvCxnSpPr>
            <a:cxnSpLocks/>
            <a:stCxn id="119" idx="0"/>
            <a:endCxn id="162" idx="2"/>
          </p:cNvCxnSpPr>
          <p:nvPr/>
        </p:nvCxnSpPr>
        <p:spPr>
          <a:xfrm flipV="1">
            <a:off x="7675874" y="2107899"/>
            <a:ext cx="12911" cy="93138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7" name="직선 화살표 연결선 156">
            <a:extLst>
              <a:ext uri="{FF2B5EF4-FFF2-40B4-BE49-F238E27FC236}">
                <a16:creationId xmlns:a16="http://schemas.microsoft.com/office/drawing/2014/main" id="{5E7BACFE-E12F-0723-2BF2-BF648AAC3006}"/>
              </a:ext>
            </a:extLst>
          </p:cNvPr>
          <p:cNvCxnSpPr>
            <a:cxnSpLocks/>
            <a:stCxn id="118" idx="0"/>
            <a:endCxn id="153" idx="2"/>
          </p:cNvCxnSpPr>
          <p:nvPr/>
        </p:nvCxnSpPr>
        <p:spPr>
          <a:xfrm flipV="1">
            <a:off x="7880371" y="1825017"/>
            <a:ext cx="13444" cy="101679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8" name="직사각형 157">
            <a:extLst>
              <a:ext uri="{FF2B5EF4-FFF2-40B4-BE49-F238E27FC236}">
                <a16:creationId xmlns:a16="http://schemas.microsoft.com/office/drawing/2014/main" id="{17DE85CE-ECF7-BFA7-ADF8-BA27047756A2}"/>
              </a:ext>
            </a:extLst>
          </p:cNvPr>
          <p:cNvSpPr/>
          <p:nvPr/>
        </p:nvSpPr>
        <p:spPr>
          <a:xfrm>
            <a:off x="7224410" y="2184181"/>
            <a:ext cx="195943" cy="195943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159" name="직사각형 158">
            <a:extLst>
              <a:ext uri="{FF2B5EF4-FFF2-40B4-BE49-F238E27FC236}">
                <a16:creationId xmlns:a16="http://schemas.microsoft.com/office/drawing/2014/main" id="{2B1532FD-57E0-A012-C561-9836E2AF7C58}"/>
              </a:ext>
            </a:extLst>
          </p:cNvPr>
          <p:cNvSpPr/>
          <p:nvPr/>
        </p:nvSpPr>
        <p:spPr>
          <a:xfrm>
            <a:off x="7420353" y="2184180"/>
            <a:ext cx="195943" cy="195943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160" name="직사각형 159">
            <a:extLst>
              <a:ext uri="{FF2B5EF4-FFF2-40B4-BE49-F238E27FC236}">
                <a16:creationId xmlns:a16="http://schemas.microsoft.com/office/drawing/2014/main" id="{C00AE926-5A50-13D3-AFF4-4CE1E9ABF3AB}"/>
              </a:ext>
            </a:extLst>
          </p:cNvPr>
          <p:cNvSpPr/>
          <p:nvPr/>
        </p:nvSpPr>
        <p:spPr>
          <a:xfrm>
            <a:off x="7616296" y="2184180"/>
            <a:ext cx="195943" cy="19594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161" name="직사각형 160">
            <a:extLst>
              <a:ext uri="{FF2B5EF4-FFF2-40B4-BE49-F238E27FC236}">
                <a16:creationId xmlns:a16="http://schemas.microsoft.com/office/drawing/2014/main" id="{92185ECF-8381-0BFC-15D7-8EAF8F2BD3AE}"/>
              </a:ext>
            </a:extLst>
          </p:cNvPr>
          <p:cNvSpPr/>
          <p:nvPr/>
        </p:nvSpPr>
        <p:spPr>
          <a:xfrm>
            <a:off x="7394870" y="1911957"/>
            <a:ext cx="195943" cy="195943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162" name="직사각형 161">
            <a:extLst>
              <a:ext uri="{FF2B5EF4-FFF2-40B4-BE49-F238E27FC236}">
                <a16:creationId xmlns:a16="http://schemas.microsoft.com/office/drawing/2014/main" id="{4B8EA198-A21A-40BF-0123-52C6E58D054A}"/>
              </a:ext>
            </a:extLst>
          </p:cNvPr>
          <p:cNvSpPr/>
          <p:nvPr/>
        </p:nvSpPr>
        <p:spPr>
          <a:xfrm>
            <a:off x="7590813" y="1911956"/>
            <a:ext cx="195943" cy="19594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163" name="직사각형 162">
            <a:extLst>
              <a:ext uri="{FF2B5EF4-FFF2-40B4-BE49-F238E27FC236}">
                <a16:creationId xmlns:a16="http://schemas.microsoft.com/office/drawing/2014/main" id="{7B0418ED-F526-5797-92F9-5D8A573F7B09}"/>
              </a:ext>
            </a:extLst>
          </p:cNvPr>
          <p:cNvSpPr/>
          <p:nvPr/>
        </p:nvSpPr>
        <p:spPr>
          <a:xfrm>
            <a:off x="7786756" y="1911956"/>
            <a:ext cx="195943" cy="195943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cxnSp>
        <p:nvCxnSpPr>
          <p:cNvPr id="165" name="직선 화살표 연결선 164">
            <a:extLst>
              <a:ext uri="{FF2B5EF4-FFF2-40B4-BE49-F238E27FC236}">
                <a16:creationId xmlns:a16="http://schemas.microsoft.com/office/drawing/2014/main" id="{8A578C3B-2AB2-450A-91BC-08AF1C8F14A2}"/>
              </a:ext>
            </a:extLst>
          </p:cNvPr>
          <p:cNvCxnSpPr>
            <a:cxnSpLocks/>
            <a:stCxn id="3" idx="0"/>
            <a:endCxn id="124" idx="2"/>
          </p:cNvCxnSpPr>
          <p:nvPr/>
        </p:nvCxnSpPr>
        <p:spPr>
          <a:xfrm flipH="1" flipV="1">
            <a:off x="7501203" y="5174134"/>
            <a:ext cx="2481" cy="28683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6" name="구부러진 연결선[U] 165">
            <a:extLst>
              <a:ext uri="{FF2B5EF4-FFF2-40B4-BE49-F238E27FC236}">
                <a16:creationId xmlns:a16="http://schemas.microsoft.com/office/drawing/2014/main" id="{F7621DB4-8E68-5281-517A-D5DA356D4699}"/>
              </a:ext>
            </a:extLst>
          </p:cNvPr>
          <p:cNvCxnSpPr>
            <a:cxnSpLocks/>
            <a:stCxn id="124" idx="3"/>
            <a:endCxn id="119" idx="3"/>
          </p:cNvCxnSpPr>
          <p:nvPr/>
        </p:nvCxnSpPr>
        <p:spPr>
          <a:xfrm flipV="1">
            <a:off x="8350469" y="3955156"/>
            <a:ext cx="174671" cy="255931"/>
          </a:xfrm>
          <a:prstGeom prst="curvedConnector3">
            <a:avLst>
              <a:gd name="adj1" fmla="val 230875"/>
            </a:avLst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67" name="구부러진 연결선[U] 166">
            <a:extLst>
              <a:ext uri="{FF2B5EF4-FFF2-40B4-BE49-F238E27FC236}">
                <a16:creationId xmlns:a16="http://schemas.microsoft.com/office/drawing/2014/main" id="{3B59CEF5-1102-7EDA-5229-08FA9EBC88CB}"/>
              </a:ext>
            </a:extLst>
          </p:cNvPr>
          <p:cNvCxnSpPr>
            <a:cxnSpLocks/>
            <a:stCxn id="119" idx="3"/>
            <a:endCxn id="118" idx="3"/>
          </p:cNvCxnSpPr>
          <p:nvPr/>
        </p:nvCxnSpPr>
        <p:spPr>
          <a:xfrm flipV="1">
            <a:off x="8525140" y="3757687"/>
            <a:ext cx="204497" cy="197469"/>
          </a:xfrm>
          <a:prstGeom prst="curvedConnector3">
            <a:avLst>
              <a:gd name="adj1" fmla="val 211786"/>
            </a:avLst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68" name="직사각형 167">
            <a:extLst>
              <a:ext uri="{FF2B5EF4-FFF2-40B4-BE49-F238E27FC236}">
                <a16:creationId xmlns:a16="http://schemas.microsoft.com/office/drawing/2014/main" id="{29371169-BE71-FB89-F548-FEB46410A534}"/>
              </a:ext>
            </a:extLst>
          </p:cNvPr>
          <p:cNvSpPr/>
          <p:nvPr/>
        </p:nvSpPr>
        <p:spPr>
          <a:xfrm>
            <a:off x="5895061" y="989932"/>
            <a:ext cx="1698532" cy="31834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dirty="0">
                <a:solidFill>
                  <a:schemeClr val="tx1"/>
                </a:solidFill>
              </a:rPr>
              <a:t>Concatenate</a:t>
            </a:r>
            <a:endParaRPr kumimoji="1" lang="ko-KR" altLang="en-US" dirty="0">
              <a:solidFill>
                <a:schemeClr val="tx1"/>
              </a:solidFill>
            </a:endParaRPr>
          </a:p>
        </p:txBody>
      </p:sp>
      <p:cxnSp>
        <p:nvCxnSpPr>
          <p:cNvPr id="169" name="꺾인 연결선[E] 168">
            <a:extLst>
              <a:ext uri="{FF2B5EF4-FFF2-40B4-BE49-F238E27FC236}">
                <a16:creationId xmlns:a16="http://schemas.microsoft.com/office/drawing/2014/main" id="{AA5F2F3E-5752-6C91-9DF9-69FF1CF81773}"/>
              </a:ext>
            </a:extLst>
          </p:cNvPr>
          <p:cNvCxnSpPr>
            <a:cxnSpLocks/>
            <a:stCxn id="2" idx="1"/>
          </p:cNvCxnSpPr>
          <p:nvPr/>
        </p:nvCxnSpPr>
        <p:spPr>
          <a:xfrm rot="10800000">
            <a:off x="6237077" y="1308274"/>
            <a:ext cx="972692" cy="4250672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89" name="TextBox 188">
                <a:extLst>
                  <a:ext uri="{FF2B5EF4-FFF2-40B4-BE49-F238E27FC236}">
                    <a16:creationId xmlns:a16="http://schemas.microsoft.com/office/drawing/2014/main" id="{8D35F38B-545F-BFAE-7F35-F8EF4D40D350}"/>
                  </a:ext>
                </a:extLst>
              </p:cNvPr>
              <p:cNvSpPr txBox="1"/>
              <p:nvPr/>
            </p:nvSpPr>
            <p:spPr>
              <a:xfrm>
                <a:off x="3178367" y="4772974"/>
                <a:ext cx="720774" cy="4197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1" lang="en-US" altLang="ko-KR" sz="15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ko-KR" sz="15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sSub>
                            <m:sSubPr>
                              <m:ctrlPr>
                                <a:rPr kumimoji="1" lang="en-US" altLang="ko-KR" sz="15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ko-KR" sz="15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  <m:sub>
                              <m:r>
                                <a:rPr kumimoji="1" lang="en-US" altLang="ko-KR" sz="15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sub>
                        <m:sup>
                          <m:r>
                            <a:rPr kumimoji="1" lang="en-US" altLang="ko-KR" sz="15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kumimoji="1" lang="en-US" altLang="ko-KR" sz="15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  <m:r>
                            <a:rPr kumimoji="1" lang="en-US" altLang="ko-KR" sz="1500" b="0" i="1" smtClean="0">
                              <a:latin typeface="Cambria Math" panose="02040503050406030204" pitchFamily="18" charset="0"/>
                            </a:rPr>
                            <m:t>−1)</m:t>
                          </m:r>
                        </m:sup>
                      </m:sSubSup>
                    </m:oMath>
                  </m:oMathPara>
                </a14:m>
                <a:endParaRPr kumimoji="1" lang="ko-KR" altLang="en-US" sz="1500" dirty="0"/>
              </a:p>
            </p:txBody>
          </p:sp>
        </mc:Choice>
        <mc:Fallback>
          <p:sp>
            <p:nvSpPr>
              <p:cNvPr id="189" name="TextBox 188">
                <a:extLst>
                  <a:ext uri="{FF2B5EF4-FFF2-40B4-BE49-F238E27FC236}">
                    <a16:creationId xmlns:a16="http://schemas.microsoft.com/office/drawing/2014/main" id="{8D35F38B-545F-BFAE-7F35-F8EF4D40D3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78367" y="4772974"/>
                <a:ext cx="720774" cy="419730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0" name="TextBox 189">
                <a:extLst>
                  <a:ext uri="{FF2B5EF4-FFF2-40B4-BE49-F238E27FC236}">
                    <a16:creationId xmlns:a16="http://schemas.microsoft.com/office/drawing/2014/main" id="{803FE030-AAEF-87E5-EC27-2E55D707B3E8}"/>
                  </a:ext>
                </a:extLst>
              </p:cNvPr>
              <p:cNvSpPr txBox="1"/>
              <p:nvPr/>
            </p:nvSpPr>
            <p:spPr>
              <a:xfrm>
                <a:off x="6613849" y="4745867"/>
                <a:ext cx="720774" cy="4197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1" lang="en-US" altLang="ko-KR" sz="15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ko-KR" sz="15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sSub>
                            <m:sSubPr>
                              <m:ctrlPr>
                                <a:rPr kumimoji="1" lang="en-US" altLang="ko-KR" sz="15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ko-KR" sz="15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  <m:sub>
                              <m:r>
                                <a:rPr kumimoji="1" lang="en-US" altLang="ko-KR" sz="1500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sub>
                        <m:sup>
                          <m:r>
                            <a:rPr kumimoji="1" lang="en-US" altLang="ko-KR" sz="15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kumimoji="1" lang="en-US" altLang="ko-KR" sz="15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  <m:r>
                            <a:rPr kumimoji="1" lang="en-US" altLang="ko-KR" sz="1500" b="0" i="1" smtClean="0">
                              <a:latin typeface="Cambria Math" panose="02040503050406030204" pitchFamily="18" charset="0"/>
                            </a:rPr>
                            <m:t>−1)</m:t>
                          </m:r>
                        </m:sup>
                      </m:sSubSup>
                    </m:oMath>
                  </m:oMathPara>
                </a14:m>
                <a:endParaRPr kumimoji="1" lang="ko-KR" altLang="en-US" sz="1500" dirty="0"/>
              </a:p>
            </p:txBody>
          </p:sp>
        </mc:Choice>
        <mc:Fallback>
          <p:sp>
            <p:nvSpPr>
              <p:cNvPr id="190" name="TextBox 189">
                <a:extLst>
                  <a:ext uri="{FF2B5EF4-FFF2-40B4-BE49-F238E27FC236}">
                    <a16:creationId xmlns:a16="http://schemas.microsoft.com/office/drawing/2014/main" id="{803FE030-AAEF-87E5-EC27-2E55D707B3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13849" y="4745867"/>
                <a:ext cx="720774" cy="419730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1" name="TextBox 190">
                <a:extLst>
                  <a:ext uri="{FF2B5EF4-FFF2-40B4-BE49-F238E27FC236}">
                    <a16:creationId xmlns:a16="http://schemas.microsoft.com/office/drawing/2014/main" id="{DA7A27E4-69FD-EED6-2AF9-02CBAC1B0469}"/>
                  </a:ext>
                </a:extLst>
              </p:cNvPr>
              <p:cNvSpPr txBox="1"/>
              <p:nvPr/>
            </p:nvSpPr>
            <p:spPr>
              <a:xfrm>
                <a:off x="7164596" y="4737992"/>
                <a:ext cx="720774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1" lang="en-US" altLang="ko-KR" sz="15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ko-KR" sz="15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sSub>
                            <m:sSubPr>
                              <m:ctrlPr>
                                <a:rPr kumimoji="1" lang="en-US" altLang="ko-KR" sz="15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ko-KR" sz="1500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kumimoji="1" lang="en-US" altLang="ko-KR" sz="15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sub>
                        <m:sup>
                          <m:r>
                            <a:rPr kumimoji="1" lang="en-US" altLang="ko-KR" sz="15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kumimoji="1" lang="en-US" altLang="ko-KR" sz="15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  <m:r>
                            <a:rPr kumimoji="1" lang="en-US" altLang="ko-KR" sz="1500" b="0" i="1" smtClean="0">
                              <a:latin typeface="Cambria Math" panose="02040503050406030204" pitchFamily="18" charset="0"/>
                            </a:rPr>
                            <m:t>−1)</m:t>
                          </m:r>
                        </m:sup>
                      </m:sSubSup>
                    </m:oMath>
                  </m:oMathPara>
                </a14:m>
                <a:endParaRPr kumimoji="1" lang="ko-KR" altLang="en-US" sz="1500" dirty="0"/>
              </a:p>
            </p:txBody>
          </p:sp>
        </mc:Choice>
        <mc:Fallback>
          <p:sp>
            <p:nvSpPr>
              <p:cNvPr id="191" name="TextBox 190">
                <a:extLst>
                  <a:ext uri="{FF2B5EF4-FFF2-40B4-BE49-F238E27FC236}">
                    <a16:creationId xmlns:a16="http://schemas.microsoft.com/office/drawing/2014/main" id="{DA7A27E4-69FD-EED6-2AF9-02CBAC1B04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64596" y="4737992"/>
                <a:ext cx="720774" cy="400110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2" name="TextBox 191">
                <a:extLst>
                  <a:ext uri="{FF2B5EF4-FFF2-40B4-BE49-F238E27FC236}">
                    <a16:creationId xmlns:a16="http://schemas.microsoft.com/office/drawing/2014/main" id="{BA3CCF0E-2C0F-0E76-3B91-365F0D502BF2}"/>
                  </a:ext>
                </a:extLst>
              </p:cNvPr>
              <p:cNvSpPr txBox="1"/>
              <p:nvPr/>
            </p:nvSpPr>
            <p:spPr>
              <a:xfrm>
                <a:off x="7687583" y="4751849"/>
                <a:ext cx="720774" cy="4090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1" lang="en-US" altLang="ko-KR" sz="15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ko-KR" sz="15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sSub>
                            <m:sSubPr>
                              <m:ctrlPr>
                                <a:rPr kumimoji="1" lang="en-US" altLang="ko-KR" sz="15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ko-KR" sz="1500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kumimoji="1" lang="en-US" altLang="ko-KR" sz="15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sub>
                        <m:sup>
                          <m:r>
                            <a:rPr kumimoji="1" lang="en-US" altLang="ko-KR" sz="15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kumimoji="1" lang="en-US" altLang="ko-KR" sz="15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  <m:r>
                            <a:rPr kumimoji="1" lang="en-US" altLang="ko-KR" sz="1500" b="0" i="1" smtClean="0">
                              <a:latin typeface="Cambria Math" panose="02040503050406030204" pitchFamily="18" charset="0"/>
                            </a:rPr>
                            <m:t>−1)</m:t>
                          </m:r>
                        </m:sup>
                      </m:sSubSup>
                    </m:oMath>
                  </m:oMathPara>
                </a14:m>
                <a:endParaRPr kumimoji="1" lang="ko-KR" altLang="en-US" sz="1500" dirty="0"/>
              </a:p>
            </p:txBody>
          </p:sp>
        </mc:Choice>
        <mc:Fallback>
          <p:sp>
            <p:nvSpPr>
              <p:cNvPr id="192" name="TextBox 191">
                <a:extLst>
                  <a:ext uri="{FF2B5EF4-FFF2-40B4-BE49-F238E27FC236}">
                    <a16:creationId xmlns:a16="http://schemas.microsoft.com/office/drawing/2014/main" id="{BA3CCF0E-2C0F-0E76-3B91-365F0D502B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87583" y="4751849"/>
                <a:ext cx="720774" cy="409086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3" name="TextBox 192">
                <a:extLst>
                  <a:ext uri="{FF2B5EF4-FFF2-40B4-BE49-F238E27FC236}">
                    <a16:creationId xmlns:a16="http://schemas.microsoft.com/office/drawing/2014/main" id="{B3B6D1F4-A3A7-E9A1-0876-6DF031F287EF}"/>
                  </a:ext>
                </a:extLst>
              </p:cNvPr>
              <p:cNvSpPr txBox="1"/>
              <p:nvPr/>
            </p:nvSpPr>
            <p:spPr>
              <a:xfrm>
                <a:off x="2861394" y="4444849"/>
                <a:ext cx="348199" cy="3231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15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15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kumimoji="1" lang="en-US" altLang="ko-KR" sz="15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ko-KR" altLang="en-US" sz="1500" dirty="0"/>
              </a:p>
            </p:txBody>
          </p:sp>
        </mc:Choice>
        <mc:Fallback>
          <p:sp>
            <p:nvSpPr>
              <p:cNvPr id="193" name="TextBox 192">
                <a:extLst>
                  <a:ext uri="{FF2B5EF4-FFF2-40B4-BE49-F238E27FC236}">
                    <a16:creationId xmlns:a16="http://schemas.microsoft.com/office/drawing/2014/main" id="{B3B6D1F4-A3A7-E9A1-0876-6DF031F287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61394" y="4444849"/>
                <a:ext cx="348199" cy="323165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4" name="TextBox 193">
                <a:extLst>
                  <a:ext uri="{FF2B5EF4-FFF2-40B4-BE49-F238E27FC236}">
                    <a16:creationId xmlns:a16="http://schemas.microsoft.com/office/drawing/2014/main" id="{61A0E7C1-A6B2-59BD-9251-D90C5E37D56E}"/>
                  </a:ext>
                </a:extLst>
              </p:cNvPr>
              <p:cNvSpPr txBox="1"/>
              <p:nvPr/>
            </p:nvSpPr>
            <p:spPr>
              <a:xfrm>
                <a:off x="3364125" y="4449600"/>
                <a:ext cx="348199" cy="3231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15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15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kumimoji="1" lang="en-US" altLang="ko-KR" sz="15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ko-KR" altLang="en-US" sz="1500" dirty="0"/>
              </a:p>
            </p:txBody>
          </p:sp>
        </mc:Choice>
        <mc:Fallback>
          <p:sp>
            <p:nvSpPr>
              <p:cNvPr id="194" name="TextBox 193">
                <a:extLst>
                  <a:ext uri="{FF2B5EF4-FFF2-40B4-BE49-F238E27FC236}">
                    <a16:creationId xmlns:a16="http://schemas.microsoft.com/office/drawing/2014/main" id="{61A0E7C1-A6B2-59BD-9251-D90C5E37D5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64125" y="4449600"/>
                <a:ext cx="348199" cy="323165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5" name="TextBox 194">
                <a:extLst>
                  <a:ext uri="{FF2B5EF4-FFF2-40B4-BE49-F238E27FC236}">
                    <a16:creationId xmlns:a16="http://schemas.microsoft.com/office/drawing/2014/main" id="{D7700653-5344-8C1F-67E7-E35F61C5D6F7}"/>
                  </a:ext>
                </a:extLst>
              </p:cNvPr>
              <p:cNvSpPr txBox="1"/>
              <p:nvPr/>
            </p:nvSpPr>
            <p:spPr>
              <a:xfrm>
                <a:off x="6803953" y="4431723"/>
                <a:ext cx="348199" cy="3231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5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5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n-US" altLang="ko-KR" sz="15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ko-KR" altLang="en-US" sz="1500" dirty="0"/>
              </a:p>
            </p:txBody>
          </p:sp>
        </mc:Choice>
        <mc:Fallback>
          <p:sp>
            <p:nvSpPr>
              <p:cNvPr id="195" name="TextBox 194">
                <a:extLst>
                  <a:ext uri="{FF2B5EF4-FFF2-40B4-BE49-F238E27FC236}">
                    <a16:creationId xmlns:a16="http://schemas.microsoft.com/office/drawing/2014/main" id="{D7700653-5344-8C1F-67E7-E35F61C5D6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03953" y="4431723"/>
                <a:ext cx="348199" cy="323165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6" name="TextBox 195">
                <a:extLst>
                  <a:ext uri="{FF2B5EF4-FFF2-40B4-BE49-F238E27FC236}">
                    <a16:creationId xmlns:a16="http://schemas.microsoft.com/office/drawing/2014/main" id="{ADA20D91-04D7-E8DD-B775-C65D43C04B31}"/>
                  </a:ext>
                </a:extLst>
              </p:cNvPr>
              <p:cNvSpPr txBox="1"/>
              <p:nvPr/>
            </p:nvSpPr>
            <p:spPr>
              <a:xfrm>
                <a:off x="7327063" y="4414691"/>
                <a:ext cx="348199" cy="3231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15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15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kumimoji="1" lang="en-US" altLang="ko-KR" sz="15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ko-KR" altLang="en-US" sz="1500" dirty="0"/>
              </a:p>
            </p:txBody>
          </p:sp>
        </mc:Choice>
        <mc:Fallback>
          <p:sp>
            <p:nvSpPr>
              <p:cNvPr id="196" name="TextBox 195">
                <a:extLst>
                  <a:ext uri="{FF2B5EF4-FFF2-40B4-BE49-F238E27FC236}">
                    <a16:creationId xmlns:a16="http://schemas.microsoft.com/office/drawing/2014/main" id="{ADA20D91-04D7-E8DD-B775-C65D43C04B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27063" y="4414691"/>
                <a:ext cx="348199" cy="323165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7" name="TextBox 196">
                <a:extLst>
                  <a:ext uri="{FF2B5EF4-FFF2-40B4-BE49-F238E27FC236}">
                    <a16:creationId xmlns:a16="http://schemas.microsoft.com/office/drawing/2014/main" id="{10B7832F-4A1A-D458-AEC1-A2605186F3CD}"/>
                  </a:ext>
                </a:extLst>
              </p:cNvPr>
              <p:cNvSpPr txBox="1"/>
              <p:nvPr/>
            </p:nvSpPr>
            <p:spPr>
              <a:xfrm>
                <a:off x="7821825" y="4420576"/>
                <a:ext cx="348199" cy="3231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15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15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kumimoji="1" lang="en-US" altLang="ko-KR" sz="15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ko-KR" altLang="en-US" sz="1500" dirty="0"/>
              </a:p>
            </p:txBody>
          </p:sp>
        </mc:Choice>
        <mc:Fallback>
          <p:sp>
            <p:nvSpPr>
              <p:cNvPr id="197" name="TextBox 196">
                <a:extLst>
                  <a:ext uri="{FF2B5EF4-FFF2-40B4-BE49-F238E27FC236}">
                    <a16:creationId xmlns:a16="http://schemas.microsoft.com/office/drawing/2014/main" id="{10B7832F-4A1A-D458-AEC1-A2605186F3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21825" y="4420576"/>
                <a:ext cx="348199" cy="323165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8" name="또는 197">
            <a:extLst>
              <a:ext uri="{FF2B5EF4-FFF2-40B4-BE49-F238E27FC236}">
                <a16:creationId xmlns:a16="http://schemas.microsoft.com/office/drawing/2014/main" id="{8D327178-DF1D-B107-F47F-5D65ACDC1916}"/>
              </a:ext>
            </a:extLst>
          </p:cNvPr>
          <p:cNvSpPr/>
          <p:nvPr/>
        </p:nvSpPr>
        <p:spPr>
          <a:xfrm>
            <a:off x="7343957" y="3544657"/>
            <a:ext cx="285850" cy="285850"/>
          </a:xfrm>
          <a:prstGeom prst="flowChar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99" name="또는 198">
            <a:extLst>
              <a:ext uri="{FF2B5EF4-FFF2-40B4-BE49-F238E27FC236}">
                <a16:creationId xmlns:a16="http://schemas.microsoft.com/office/drawing/2014/main" id="{670C8E0E-9330-B5CC-2354-4F1053B5B96C}"/>
              </a:ext>
            </a:extLst>
          </p:cNvPr>
          <p:cNvSpPr/>
          <p:nvPr/>
        </p:nvSpPr>
        <p:spPr>
          <a:xfrm>
            <a:off x="2869362" y="3547284"/>
            <a:ext cx="285850" cy="285850"/>
          </a:xfrm>
          <a:prstGeom prst="flowChar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0" name="TextBox 199">
                <a:extLst>
                  <a:ext uri="{FF2B5EF4-FFF2-40B4-BE49-F238E27FC236}">
                    <a16:creationId xmlns:a16="http://schemas.microsoft.com/office/drawing/2014/main" id="{9D6E661F-D0F7-57A1-8AA6-3A4F3D0780F4}"/>
                  </a:ext>
                </a:extLst>
              </p:cNvPr>
              <p:cNvSpPr txBox="1"/>
              <p:nvPr/>
            </p:nvSpPr>
            <p:spPr>
              <a:xfrm>
                <a:off x="8038337" y="2166392"/>
                <a:ext cx="563680" cy="4135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1" lang="en-US" altLang="ko-KR" sz="15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ko-KR" sz="15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sSub>
                            <m:sSubPr>
                              <m:ctrlPr>
                                <a:rPr kumimoji="1" lang="en-US" altLang="ko-KR" sz="15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ko-KR" sz="15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  <m:sub>
                              <m:r>
                                <a:rPr kumimoji="1" lang="en-US" altLang="ko-KR" sz="1500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sub>
                        <m:sup>
                          <m:r>
                            <a:rPr kumimoji="1" lang="en-US" altLang="ko-KR" sz="15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kumimoji="1" lang="en-US" altLang="ko-KR" sz="15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kumimoji="1" lang="en-US" altLang="ko-KR" sz="15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</m:oMath>
                  </m:oMathPara>
                </a14:m>
                <a:endParaRPr kumimoji="1" lang="ko-KR" altLang="en-US" sz="1500" dirty="0"/>
              </a:p>
            </p:txBody>
          </p:sp>
        </mc:Choice>
        <mc:Fallback>
          <p:sp>
            <p:nvSpPr>
              <p:cNvPr id="200" name="TextBox 199">
                <a:extLst>
                  <a:ext uri="{FF2B5EF4-FFF2-40B4-BE49-F238E27FC236}">
                    <a16:creationId xmlns:a16="http://schemas.microsoft.com/office/drawing/2014/main" id="{9D6E661F-D0F7-57A1-8AA6-3A4F3D0780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38337" y="2166392"/>
                <a:ext cx="563680" cy="413575"/>
              </a:xfrm>
              <a:prstGeom prst="rect">
                <a:avLst/>
              </a:prstGeom>
              <a:blipFill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1" name="TextBox 200">
                <a:extLst>
                  <a:ext uri="{FF2B5EF4-FFF2-40B4-BE49-F238E27FC236}">
                    <a16:creationId xmlns:a16="http://schemas.microsoft.com/office/drawing/2014/main" id="{22905E62-069C-05FA-8683-EDD321077EF9}"/>
                  </a:ext>
                </a:extLst>
              </p:cNvPr>
              <p:cNvSpPr txBox="1"/>
              <p:nvPr/>
            </p:nvSpPr>
            <p:spPr>
              <a:xfrm>
                <a:off x="8169831" y="1827723"/>
                <a:ext cx="563680" cy="4135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1" lang="en-US" altLang="ko-KR" sz="15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ko-KR" sz="15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sSub>
                            <m:sSubPr>
                              <m:ctrlPr>
                                <a:rPr kumimoji="1" lang="en-US" altLang="ko-KR" sz="15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ko-KR" sz="15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  <m:sub>
                              <m:r>
                                <a:rPr kumimoji="1" lang="en-US" altLang="ko-KR" sz="1500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sub>
                        <m:sup>
                          <m:r>
                            <a:rPr kumimoji="1" lang="en-US" altLang="ko-KR" sz="15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kumimoji="1" lang="en-US" altLang="ko-KR" sz="15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kumimoji="1" lang="en-US" altLang="ko-KR" sz="15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</m:oMath>
                  </m:oMathPara>
                </a14:m>
                <a:endParaRPr kumimoji="1" lang="ko-KR" altLang="en-US" sz="1500" dirty="0"/>
              </a:p>
            </p:txBody>
          </p:sp>
        </mc:Choice>
        <mc:Fallback>
          <p:sp>
            <p:nvSpPr>
              <p:cNvPr id="201" name="TextBox 200">
                <a:extLst>
                  <a:ext uri="{FF2B5EF4-FFF2-40B4-BE49-F238E27FC236}">
                    <a16:creationId xmlns:a16="http://schemas.microsoft.com/office/drawing/2014/main" id="{22905E62-069C-05FA-8683-EDD321077E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69831" y="1827723"/>
                <a:ext cx="563680" cy="413575"/>
              </a:xfrm>
              <a:prstGeom prst="rect">
                <a:avLst/>
              </a:prstGeom>
              <a:blipFill>
                <a:blip r:embed="rId2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2" name="TextBox 201">
                <a:extLst>
                  <a:ext uri="{FF2B5EF4-FFF2-40B4-BE49-F238E27FC236}">
                    <a16:creationId xmlns:a16="http://schemas.microsoft.com/office/drawing/2014/main" id="{3FD1E527-A9B2-3369-D894-C549CD01F3C3}"/>
                  </a:ext>
                </a:extLst>
              </p:cNvPr>
              <p:cNvSpPr txBox="1"/>
              <p:nvPr/>
            </p:nvSpPr>
            <p:spPr>
              <a:xfrm>
                <a:off x="8315314" y="1497461"/>
                <a:ext cx="563680" cy="4135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1" lang="en-US" altLang="ko-KR" sz="15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ko-KR" sz="15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sSub>
                            <m:sSubPr>
                              <m:ctrlPr>
                                <a:rPr kumimoji="1" lang="en-US" altLang="ko-KR" sz="15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ko-KR" sz="15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  <m:sub>
                              <m:r>
                                <a:rPr kumimoji="1" lang="en-US" altLang="ko-KR" sz="1500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sub>
                        <m:sup>
                          <m:r>
                            <a:rPr kumimoji="1" lang="en-US" altLang="ko-KR" sz="15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kumimoji="1" lang="en-US" altLang="ko-KR" sz="15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kumimoji="1" lang="en-US" altLang="ko-KR" sz="15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</m:oMath>
                  </m:oMathPara>
                </a14:m>
                <a:endParaRPr kumimoji="1" lang="ko-KR" altLang="en-US" sz="1500" dirty="0"/>
              </a:p>
            </p:txBody>
          </p:sp>
        </mc:Choice>
        <mc:Fallback>
          <p:sp>
            <p:nvSpPr>
              <p:cNvPr id="202" name="TextBox 201">
                <a:extLst>
                  <a:ext uri="{FF2B5EF4-FFF2-40B4-BE49-F238E27FC236}">
                    <a16:creationId xmlns:a16="http://schemas.microsoft.com/office/drawing/2014/main" id="{3FD1E527-A9B2-3369-D894-C549CD01F3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15314" y="1497461"/>
                <a:ext cx="563680" cy="413575"/>
              </a:xfrm>
              <a:prstGeom prst="rect">
                <a:avLst/>
              </a:prstGeom>
              <a:blipFill>
                <a:blip r:embed="rId3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3" name="TextBox 202">
                <a:extLst>
                  <a:ext uri="{FF2B5EF4-FFF2-40B4-BE49-F238E27FC236}">
                    <a16:creationId xmlns:a16="http://schemas.microsoft.com/office/drawing/2014/main" id="{479A4668-76D0-A64B-1FA2-E709E534C6B1}"/>
                  </a:ext>
                </a:extLst>
              </p:cNvPr>
              <p:cNvSpPr txBox="1"/>
              <p:nvPr/>
            </p:nvSpPr>
            <p:spPr>
              <a:xfrm>
                <a:off x="2003689" y="2197710"/>
                <a:ext cx="563679" cy="4090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1" lang="en-US" altLang="ko-KR" sz="15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ko-KR" sz="15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sSub>
                            <m:sSubPr>
                              <m:ctrlPr>
                                <a:rPr kumimoji="1" lang="en-US" altLang="ko-KR" sz="15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ko-KR" sz="1500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kumimoji="1" lang="en-US" altLang="ko-KR" sz="15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sub>
                        <m:sup>
                          <m:r>
                            <a:rPr kumimoji="1" lang="en-US" altLang="ko-KR" sz="15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kumimoji="1" lang="en-US" altLang="ko-KR" sz="15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kumimoji="1" lang="en-US" altLang="ko-KR" sz="15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</m:oMath>
                  </m:oMathPara>
                </a14:m>
                <a:endParaRPr kumimoji="1" lang="ko-KR" altLang="en-US" sz="1500" dirty="0"/>
              </a:p>
            </p:txBody>
          </p:sp>
        </mc:Choice>
        <mc:Fallback>
          <p:sp>
            <p:nvSpPr>
              <p:cNvPr id="203" name="TextBox 202">
                <a:extLst>
                  <a:ext uri="{FF2B5EF4-FFF2-40B4-BE49-F238E27FC236}">
                    <a16:creationId xmlns:a16="http://schemas.microsoft.com/office/drawing/2014/main" id="{479A4668-76D0-A64B-1FA2-E709E534C6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03689" y="2197710"/>
                <a:ext cx="563679" cy="409086"/>
              </a:xfrm>
              <a:prstGeom prst="rect">
                <a:avLst/>
              </a:prstGeom>
              <a:blipFill>
                <a:blip r:embed="rId3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4" name="TextBox 203">
                <a:extLst>
                  <a:ext uri="{FF2B5EF4-FFF2-40B4-BE49-F238E27FC236}">
                    <a16:creationId xmlns:a16="http://schemas.microsoft.com/office/drawing/2014/main" id="{F833FFC4-61CA-2F65-DD81-295ACE9A9F0C}"/>
                  </a:ext>
                </a:extLst>
              </p:cNvPr>
              <p:cNvSpPr txBox="1"/>
              <p:nvPr/>
            </p:nvSpPr>
            <p:spPr>
              <a:xfrm>
                <a:off x="2135183" y="1859041"/>
                <a:ext cx="563679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1" lang="en-US" altLang="ko-KR" sz="15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ko-KR" sz="15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sSub>
                            <m:sSubPr>
                              <m:ctrlPr>
                                <a:rPr kumimoji="1" lang="en-US" altLang="ko-KR" sz="15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ko-KR" sz="1500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kumimoji="1" lang="en-US" altLang="ko-KR" sz="15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sub>
                        <m:sup>
                          <m:r>
                            <a:rPr kumimoji="1" lang="en-US" altLang="ko-KR" sz="15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kumimoji="1" lang="en-US" altLang="ko-KR" sz="15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kumimoji="1" lang="en-US" altLang="ko-KR" sz="15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</m:oMath>
                  </m:oMathPara>
                </a14:m>
                <a:endParaRPr kumimoji="1" lang="ko-KR" altLang="en-US" sz="1500" dirty="0"/>
              </a:p>
            </p:txBody>
          </p:sp>
        </mc:Choice>
        <mc:Fallback>
          <p:sp>
            <p:nvSpPr>
              <p:cNvPr id="204" name="TextBox 203">
                <a:extLst>
                  <a:ext uri="{FF2B5EF4-FFF2-40B4-BE49-F238E27FC236}">
                    <a16:creationId xmlns:a16="http://schemas.microsoft.com/office/drawing/2014/main" id="{F833FFC4-61CA-2F65-DD81-295ACE9A9F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35183" y="1859041"/>
                <a:ext cx="563679" cy="400110"/>
              </a:xfrm>
              <a:prstGeom prst="rect">
                <a:avLst/>
              </a:prstGeom>
              <a:blipFill>
                <a:blip r:embed="rId3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5" name="TextBox 204">
                <a:extLst>
                  <a:ext uri="{FF2B5EF4-FFF2-40B4-BE49-F238E27FC236}">
                    <a16:creationId xmlns:a16="http://schemas.microsoft.com/office/drawing/2014/main" id="{F977F283-8110-171A-9840-53184543D407}"/>
                  </a:ext>
                </a:extLst>
              </p:cNvPr>
              <p:cNvSpPr txBox="1"/>
              <p:nvPr/>
            </p:nvSpPr>
            <p:spPr>
              <a:xfrm>
                <a:off x="2280666" y="1528779"/>
                <a:ext cx="563679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1" lang="en-US" altLang="ko-KR" sz="15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ko-KR" sz="15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sSub>
                            <m:sSubPr>
                              <m:ctrlPr>
                                <a:rPr kumimoji="1" lang="en-US" altLang="ko-KR" sz="15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ko-KR" sz="1500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kumimoji="1" lang="en-US" altLang="ko-KR" sz="15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sub>
                        <m:sup>
                          <m:r>
                            <a:rPr kumimoji="1" lang="en-US" altLang="ko-KR" sz="15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kumimoji="1" lang="en-US" altLang="ko-KR" sz="15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kumimoji="1" lang="en-US" altLang="ko-KR" sz="15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</m:oMath>
                  </m:oMathPara>
                </a14:m>
                <a:endParaRPr kumimoji="1" lang="ko-KR" altLang="en-US" sz="1500" dirty="0"/>
              </a:p>
            </p:txBody>
          </p:sp>
        </mc:Choice>
        <mc:Fallback>
          <p:sp>
            <p:nvSpPr>
              <p:cNvPr id="205" name="TextBox 204">
                <a:extLst>
                  <a:ext uri="{FF2B5EF4-FFF2-40B4-BE49-F238E27FC236}">
                    <a16:creationId xmlns:a16="http://schemas.microsoft.com/office/drawing/2014/main" id="{F977F283-8110-171A-9840-53184543D4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0666" y="1528779"/>
                <a:ext cx="563679" cy="400110"/>
              </a:xfrm>
              <a:prstGeom prst="rect">
                <a:avLst/>
              </a:prstGeom>
              <a:blipFill>
                <a:blip r:embed="rId3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9" name="직선 연결선[R] 208">
            <a:extLst>
              <a:ext uri="{FF2B5EF4-FFF2-40B4-BE49-F238E27FC236}">
                <a16:creationId xmlns:a16="http://schemas.microsoft.com/office/drawing/2014/main" id="{BCC8DAAF-5CDA-A687-136D-0578831E22B8}"/>
              </a:ext>
            </a:extLst>
          </p:cNvPr>
          <p:cNvCxnSpPr>
            <a:stCxn id="77" idx="2"/>
          </p:cNvCxnSpPr>
          <p:nvPr/>
        </p:nvCxnSpPr>
        <p:spPr>
          <a:xfrm flipV="1">
            <a:off x="3778762" y="2015685"/>
            <a:ext cx="1122410" cy="2190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0" name="직선 연결선[R] 209">
            <a:extLst>
              <a:ext uri="{FF2B5EF4-FFF2-40B4-BE49-F238E27FC236}">
                <a16:creationId xmlns:a16="http://schemas.microsoft.com/office/drawing/2014/main" id="{7317D8ED-166B-E6AA-8E8B-48C13E2B0E94}"/>
              </a:ext>
            </a:extLst>
          </p:cNvPr>
          <p:cNvCxnSpPr>
            <a:cxnSpLocks/>
            <a:endCxn id="117" idx="5"/>
          </p:cNvCxnSpPr>
          <p:nvPr/>
        </p:nvCxnSpPr>
        <p:spPr>
          <a:xfrm>
            <a:off x="6226760" y="2022459"/>
            <a:ext cx="908185" cy="259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4" name="직선 화살표 연결선 213">
            <a:extLst>
              <a:ext uri="{FF2B5EF4-FFF2-40B4-BE49-F238E27FC236}">
                <a16:creationId xmlns:a16="http://schemas.microsoft.com/office/drawing/2014/main" id="{A6562715-B093-5F3D-F26C-AE7219134F18}"/>
              </a:ext>
            </a:extLst>
          </p:cNvPr>
          <p:cNvCxnSpPr>
            <a:cxnSpLocks/>
          </p:cNvCxnSpPr>
          <p:nvPr/>
        </p:nvCxnSpPr>
        <p:spPr>
          <a:xfrm flipH="1" flipV="1">
            <a:off x="5735486" y="575796"/>
            <a:ext cx="466022" cy="42292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15" name="TextBox 214">
            <a:extLst>
              <a:ext uri="{FF2B5EF4-FFF2-40B4-BE49-F238E27FC236}">
                <a16:creationId xmlns:a16="http://schemas.microsoft.com/office/drawing/2014/main" id="{79BA517F-650F-9CC7-E9DC-5242DCC1B312}"/>
              </a:ext>
            </a:extLst>
          </p:cNvPr>
          <p:cNvSpPr txBox="1"/>
          <p:nvPr/>
        </p:nvSpPr>
        <p:spPr>
          <a:xfrm rot="16200000">
            <a:off x="7321212" y="3399911"/>
            <a:ext cx="3806385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lang="en-US" altLang="ko-KR" sz="1500" b="1" dirty="0"/>
              <a:t>Embedding Propagation Layers</a:t>
            </a:r>
            <a:endParaRPr lang="ko-KR" altLang="en-US" sz="1500" b="1" dirty="0"/>
          </a:p>
        </p:txBody>
      </p:sp>
      <p:sp>
        <p:nvSpPr>
          <p:cNvPr id="216" name="TextBox 215">
            <a:extLst>
              <a:ext uri="{FF2B5EF4-FFF2-40B4-BE49-F238E27FC236}">
                <a16:creationId xmlns:a16="http://schemas.microsoft.com/office/drawing/2014/main" id="{B1D26ED9-B8A5-D9EB-0C90-851CCCF45D01}"/>
              </a:ext>
            </a:extLst>
          </p:cNvPr>
          <p:cNvSpPr txBox="1"/>
          <p:nvPr/>
        </p:nvSpPr>
        <p:spPr>
          <a:xfrm rot="16200000">
            <a:off x="7317254" y="330860"/>
            <a:ext cx="3806385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lang="en-US" altLang="ko-KR" sz="1500" b="1" dirty="0"/>
              <a:t>Prediction Layer</a:t>
            </a:r>
            <a:endParaRPr lang="ko-KR" altLang="en-US" sz="1500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17" name="TextBox 216">
                <a:extLst>
                  <a:ext uri="{FF2B5EF4-FFF2-40B4-BE49-F238E27FC236}">
                    <a16:creationId xmlns:a16="http://schemas.microsoft.com/office/drawing/2014/main" id="{A40CCC7F-B9B4-EC7D-DC91-7C8A49DAA264}"/>
                  </a:ext>
                </a:extLst>
              </p:cNvPr>
              <p:cNvSpPr txBox="1"/>
              <p:nvPr/>
            </p:nvSpPr>
            <p:spPr>
              <a:xfrm>
                <a:off x="5740554" y="256336"/>
                <a:ext cx="176064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̃"/>
                              <m:ctrlPr>
                                <a:rPr lang="en-US" altLang="ko-KR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2000" b="1" i="1" smtClean="0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e>
                          </m:acc>
                        </m:e>
                        <m:sub>
                          <m:r>
                            <a:rPr lang="en-US" altLang="ko-KR" sz="2000" b="1" i="1" smtClean="0">
                              <a:latin typeface="Cambria Math" panose="02040503050406030204" pitchFamily="18" charset="0"/>
                            </a:rPr>
                            <m:t>𝑵𝑮𝑪𝑭</m:t>
                          </m:r>
                        </m:sub>
                      </m:sSub>
                      <m:r>
                        <a:rPr lang="en-US" altLang="ko-KR" sz="20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ko-KR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000" b="1" i="1" smtClean="0">
                              <a:latin typeface="Cambria Math" panose="02040503050406030204" pitchFamily="18" charset="0"/>
                            </a:rPr>
                            <m:t>𝒖</m:t>
                          </m:r>
                        </m:e>
                        <m:sub>
                          <m:r>
                            <a:rPr lang="en-US" altLang="ko-KR" sz="20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altLang="ko-KR" sz="2000" b="1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ko-KR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000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</m:e>
                        <m:sub>
                          <m:r>
                            <a:rPr lang="en-US" altLang="ko-KR" sz="2000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sub>
                      </m:sSub>
                      <m:r>
                        <a:rPr lang="en-US" altLang="ko-KR" sz="2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ko-KR" altLang="en-US" sz="2000" b="1" dirty="0"/>
              </a:p>
            </p:txBody>
          </p:sp>
        </mc:Choice>
        <mc:Fallback>
          <p:sp>
            <p:nvSpPr>
              <p:cNvPr id="217" name="TextBox 216">
                <a:extLst>
                  <a:ext uri="{FF2B5EF4-FFF2-40B4-BE49-F238E27FC236}">
                    <a16:creationId xmlns:a16="http://schemas.microsoft.com/office/drawing/2014/main" id="{A40CCC7F-B9B4-EC7D-DC91-7C8A49DAA2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40554" y="256336"/>
                <a:ext cx="1760649" cy="400110"/>
              </a:xfrm>
              <a:prstGeom prst="rect">
                <a:avLst/>
              </a:prstGeom>
              <a:blipFill>
                <a:blip r:embed="rId34"/>
                <a:stretch>
                  <a:fillRect b="-1875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8" name="TextBox 217">
                <a:extLst>
                  <a:ext uri="{FF2B5EF4-FFF2-40B4-BE49-F238E27FC236}">
                    <a16:creationId xmlns:a16="http://schemas.microsoft.com/office/drawing/2014/main" id="{8DDC6F87-2B86-CEE8-7416-7756CB8ABA91}"/>
                  </a:ext>
                </a:extLst>
              </p:cNvPr>
              <p:cNvSpPr txBox="1"/>
              <p:nvPr/>
            </p:nvSpPr>
            <p:spPr>
              <a:xfrm>
                <a:off x="4445390" y="634635"/>
                <a:ext cx="516680" cy="34297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1" lang="en-US" altLang="ko-KR" sz="15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ko-KR" sz="15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sSub>
                            <m:sSubPr>
                              <m:ctrlPr>
                                <a:rPr kumimoji="1" lang="en-US" altLang="ko-KR" sz="15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ko-KR" sz="1500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kumimoji="1" lang="en-US" altLang="ko-KR" sz="15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sub>
                        <m:sup>
                          <m:r>
                            <a:rPr kumimoji="1" lang="en-US" altLang="ko-KR" sz="1500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</m:oMath>
                  </m:oMathPara>
                </a14:m>
                <a:endParaRPr kumimoji="1" lang="ko-KR" altLang="en-US" sz="1500" dirty="0"/>
              </a:p>
            </p:txBody>
          </p:sp>
        </mc:Choice>
        <mc:Fallback>
          <p:sp>
            <p:nvSpPr>
              <p:cNvPr id="218" name="TextBox 217">
                <a:extLst>
                  <a:ext uri="{FF2B5EF4-FFF2-40B4-BE49-F238E27FC236}">
                    <a16:creationId xmlns:a16="http://schemas.microsoft.com/office/drawing/2014/main" id="{8DDC6F87-2B86-CEE8-7416-7756CB8ABA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45390" y="634635"/>
                <a:ext cx="516680" cy="342979"/>
              </a:xfrm>
              <a:prstGeom prst="rect">
                <a:avLst/>
              </a:prstGeom>
              <a:blipFill>
                <a:blip r:embed="rId3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9" name="TextBox 218">
                <a:extLst>
                  <a:ext uri="{FF2B5EF4-FFF2-40B4-BE49-F238E27FC236}">
                    <a16:creationId xmlns:a16="http://schemas.microsoft.com/office/drawing/2014/main" id="{B1F3519C-A972-0AEF-A747-A9CD5184D868}"/>
                  </a:ext>
                </a:extLst>
              </p:cNvPr>
              <p:cNvSpPr txBox="1"/>
              <p:nvPr/>
            </p:nvSpPr>
            <p:spPr>
              <a:xfrm>
                <a:off x="6090922" y="646953"/>
                <a:ext cx="475002" cy="35067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1" lang="en-US" altLang="ko-KR" sz="15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ko-KR" sz="15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sSub>
                            <m:sSubPr>
                              <m:ctrlPr>
                                <a:rPr kumimoji="1" lang="en-US" altLang="ko-KR" sz="15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ko-KR" sz="15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  <m:sub>
                              <m:r>
                                <a:rPr kumimoji="1" lang="en-US" altLang="ko-KR" sz="1500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sub>
                        <m:sup>
                          <m:r>
                            <a:rPr kumimoji="1" lang="en-US" altLang="ko-KR" sz="1500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</m:oMath>
                  </m:oMathPara>
                </a14:m>
                <a:endParaRPr kumimoji="1" lang="ko-KR" altLang="en-US" sz="1500" dirty="0"/>
              </a:p>
            </p:txBody>
          </p:sp>
        </mc:Choice>
        <mc:Fallback>
          <p:sp>
            <p:nvSpPr>
              <p:cNvPr id="219" name="TextBox 218">
                <a:extLst>
                  <a:ext uri="{FF2B5EF4-FFF2-40B4-BE49-F238E27FC236}">
                    <a16:creationId xmlns:a16="http://schemas.microsoft.com/office/drawing/2014/main" id="{B1F3519C-A972-0AEF-A747-A9CD5184D8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0922" y="646953"/>
                <a:ext cx="475002" cy="350673"/>
              </a:xfrm>
              <a:prstGeom prst="rect">
                <a:avLst/>
              </a:prstGeom>
              <a:blipFill>
                <a:blip r:embed="rId3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036011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4995ABA4-44B8-780C-C3D7-39F2F74DCAD3}"/>
              </a:ext>
            </a:extLst>
          </p:cNvPr>
          <p:cNvSpPr/>
          <p:nvPr/>
        </p:nvSpPr>
        <p:spPr>
          <a:xfrm>
            <a:off x="2021178" y="2719366"/>
            <a:ext cx="6975984" cy="2555497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5" name="평행 사변형[P] 4">
            <a:extLst>
              <a:ext uri="{FF2B5EF4-FFF2-40B4-BE49-F238E27FC236}">
                <a16:creationId xmlns:a16="http://schemas.microsoft.com/office/drawing/2014/main" id="{AB09FB5E-1280-6BC5-4091-7EBABCDF6961}"/>
              </a:ext>
            </a:extLst>
          </p:cNvPr>
          <p:cNvSpPr/>
          <p:nvPr/>
        </p:nvSpPr>
        <p:spPr>
          <a:xfrm>
            <a:off x="2556121" y="1538146"/>
            <a:ext cx="1378181" cy="998884"/>
          </a:xfrm>
          <a:prstGeom prst="parallelogram">
            <a:avLst>
              <a:gd name="adj" fmla="val 37500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EC9341C-4DB3-F1D6-AC67-84D29F5A7175}"/>
              </a:ext>
            </a:extLst>
          </p:cNvPr>
          <p:cNvSpPr/>
          <p:nvPr/>
        </p:nvSpPr>
        <p:spPr>
          <a:xfrm>
            <a:off x="2556070" y="2854345"/>
            <a:ext cx="1698532" cy="181921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7AF614D3-0FF6-3958-58F8-07686F52D68E}"/>
              </a:ext>
            </a:extLst>
          </p:cNvPr>
          <p:cNvSpPr/>
          <p:nvPr/>
        </p:nvSpPr>
        <p:spPr>
          <a:xfrm>
            <a:off x="2351573" y="3051814"/>
            <a:ext cx="1698532" cy="181921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F3C33DD0-6AE4-CE67-7699-B9C447D25A92}"/>
              </a:ext>
            </a:extLst>
          </p:cNvPr>
          <p:cNvSpPr/>
          <p:nvPr/>
        </p:nvSpPr>
        <p:spPr>
          <a:xfrm>
            <a:off x="3856036" y="2349402"/>
            <a:ext cx="195943" cy="19594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1206037E-34CA-4521-5090-6ADC7B5BA3FD}"/>
              </a:ext>
            </a:extLst>
          </p:cNvPr>
          <p:cNvSpPr/>
          <p:nvPr/>
        </p:nvSpPr>
        <p:spPr>
          <a:xfrm>
            <a:off x="4051979" y="2349401"/>
            <a:ext cx="195943" cy="19594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F368BE5B-27AB-3D9A-6C25-FEFF4FCE3575}"/>
              </a:ext>
            </a:extLst>
          </p:cNvPr>
          <p:cNvSpPr/>
          <p:nvPr/>
        </p:nvSpPr>
        <p:spPr>
          <a:xfrm>
            <a:off x="4247922" y="2349401"/>
            <a:ext cx="195943" cy="19594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1A90CF6-1C6C-6779-7169-796608596328}"/>
                  </a:ext>
                </a:extLst>
              </p:cNvPr>
              <p:cNvSpPr txBox="1"/>
              <p:nvPr/>
            </p:nvSpPr>
            <p:spPr>
              <a:xfrm>
                <a:off x="3834932" y="1977130"/>
                <a:ext cx="563679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1" lang="en-US" altLang="ko-KR" sz="15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ko-KR" sz="15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sSub>
                            <m:sSubPr>
                              <m:ctrlPr>
                                <a:rPr kumimoji="1" lang="en-US" altLang="ko-KR" sz="15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ko-KR" sz="1500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kumimoji="1" lang="en-US" altLang="ko-KR" sz="15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sub>
                        <m:sup>
                          <m:r>
                            <a:rPr kumimoji="1" lang="en-US" altLang="ko-KR" sz="1500" b="0" i="1" smtClean="0">
                              <a:latin typeface="Cambria Math" panose="02040503050406030204" pitchFamily="18" charset="0"/>
                            </a:rPr>
                            <m:t>(0)</m:t>
                          </m:r>
                        </m:sup>
                      </m:sSubSup>
                    </m:oMath>
                  </m:oMathPara>
                </a14:m>
                <a:endParaRPr kumimoji="1" lang="ko-KR" altLang="en-US" sz="1500" dirty="0"/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1A90CF6-1C6C-6779-7169-7966085963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34932" y="1977130"/>
                <a:ext cx="563679" cy="40011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직사각형 11">
            <a:extLst>
              <a:ext uri="{FF2B5EF4-FFF2-40B4-BE49-F238E27FC236}">
                <a16:creationId xmlns:a16="http://schemas.microsoft.com/office/drawing/2014/main" id="{768AFBE2-278C-65E9-2817-975B6B4CC47B}"/>
              </a:ext>
            </a:extLst>
          </p:cNvPr>
          <p:cNvSpPr/>
          <p:nvPr/>
        </p:nvSpPr>
        <p:spPr>
          <a:xfrm>
            <a:off x="6389147" y="2339902"/>
            <a:ext cx="195943" cy="195943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6E3663DF-FF90-545A-F562-AD88096AB090}"/>
              </a:ext>
            </a:extLst>
          </p:cNvPr>
          <p:cNvSpPr/>
          <p:nvPr/>
        </p:nvSpPr>
        <p:spPr>
          <a:xfrm>
            <a:off x="6585090" y="2339901"/>
            <a:ext cx="195943" cy="19594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776D0DDC-A939-4BAE-F6A7-81665760336B}"/>
              </a:ext>
            </a:extLst>
          </p:cNvPr>
          <p:cNvSpPr/>
          <p:nvPr/>
        </p:nvSpPr>
        <p:spPr>
          <a:xfrm>
            <a:off x="6781033" y="2339901"/>
            <a:ext cx="195943" cy="19594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B1BB763C-DF92-104A-3D14-FCB30AC58E06}"/>
                  </a:ext>
                </a:extLst>
              </p:cNvPr>
              <p:cNvSpPr txBox="1"/>
              <p:nvPr/>
            </p:nvSpPr>
            <p:spPr>
              <a:xfrm>
                <a:off x="6401108" y="1953449"/>
                <a:ext cx="563679" cy="4197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1" lang="en-US" altLang="ko-KR" sz="15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ko-KR" sz="15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sSub>
                            <m:sSubPr>
                              <m:ctrlPr>
                                <a:rPr kumimoji="1" lang="en-US" altLang="ko-KR" sz="15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ko-KR" sz="15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  <m:sub>
                              <m:r>
                                <a:rPr kumimoji="1" lang="en-US" altLang="ko-KR" sz="1500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sub>
                        <m:sup>
                          <m:r>
                            <a:rPr kumimoji="1" lang="en-US" altLang="ko-KR" sz="1500" b="0" i="1" smtClean="0">
                              <a:latin typeface="Cambria Math" panose="02040503050406030204" pitchFamily="18" charset="0"/>
                            </a:rPr>
                            <m:t>(0)</m:t>
                          </m:r>
                        </m:sup>
                      </m:sSubSup>
                    </m:oMath>
                  </m:oMathPara>
                </a14:m>
                <a:endParaRPr kumimoji="1" lang="ko-KR" altLang="en-US" sz="1500" dirty="0"/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B1BB763C-DF92-104A-3D14-FCB30AC58E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1108" y="1953449"/>
                <a:ext cx="563679" cy="41973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직사각형 15">
            <a:extLst>
              <a:ext uri="{FF2B5EF4-FFF2-40B4-BE49-F238E27FC236}">
                <a16:creationId xmlns:a16="http://schemas.microsoft.com/office/drawing/2014/main" id="{BBD663F8-75CA-CF0E-C8E7-8629BA8F69C1}"/>
              </a:ext>
            </a:extLst>
          </p:cNvPr>
          <p:cNvSpPr/>
          <p:nvPr/>
        </p:nvSpPr>
        <p:spPr>
          <a:xfrm>
            <a:off x="2176902" y="3260572"/>
            <a:ext cx="1698532" cy="191356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1735F771-FFC1-DE32-DC67-ACDBBE0D7628}"/>
              </a:ext>
            </a:extLst>
          </p:cNvPr>
          <p:cNvSpPr/>
          <p:nvPr/>
        </p:nvSpPr>
        <p:spPr>
          <a:xfrm>
            <a:off x="2879899" y="4053937"/>
            <a:ext cx="277244" cy="277244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9E17FB72-E8E9-8C8F-93EA-9F0FF2A79E5E}"/>
              </a:ext>
            </a:extLst>
          </p:cNvPr>
          <p:cNvSpPr/>
          <p:nvPr/>
        </p:nvSpPr>
        <p:spPr>
          <a:xfrm>
            <a:off x="3382268" y="4053937"/>
            <a:ext cx="277244" cy="277244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CD3FA86E-1030-DB00-E31A-F52EBB532655}"/>
              </a:ext>
            </a:extLst>
          </p:cNvPr>
          <p:cNvSpPr/>
          <p:nvPr/>
        </p:nvSpPr>
        <p:spPr>
          <a:xfrm>
            <a:off x="2351471" y="4053937"/>
            <a:ext cx="277244" cy="277244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kumimoji="1" lang="ko-KR" altLang="en-US" sz="15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6FD7AABB-3ACD-7E9A-DF52-B506CF5EE5E3}"/>
                  </a:ext>
                </a:extLst>
              </p:cNvPr>
              <p:cNvSpPr txBox="1"/>
              <p:nvPr/>
            </p:nvSpPr>
            <p:spPr>
              <a:xfrm>
                <a:off x="2105177" y="4339160"/>
                <a:ext cx="720774" cy="4197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1" lang="en-US" altLang="ko-KR" sz="15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ko-KR" sz="15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sSub>
                            <m:sSubPr>
                              <m:ctrlPr>
                                <a:rPr kumimoji="1" lang="en-US" altLang="ko-KR" sz="15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ko-KR" sz="15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  <m:sub>
                              <m:r>
                                <a:rPr kumimoji="1" lang="en-US" altLang="ko-KR" sz="15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sub>
                        <m:sup>
                          <m:r>
                            <a:rPr kumimoji="1" lang="en-US" altLang="ko-KR" sz="15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kumimoji="1" lang="en-US" altLang="ko-KR" sz="15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  <m:r>
                            <a:rPr kumimoji="1" lang="en-US" altLang="ko-KR" sz="1500" b="0" i="1" smtClean="0">
                              <a:latin typeface="Cambria Math" panose="02040503050406030204" pitchFamily="18" charset="0"/>
                            </a:rPr>
                            <m:t>−1)</m:t>
                          </m:r>
                        </m:sup>
                      </m:sSubSup>
                    </m:oMath>
                  </m:oMathPara>
                </a14:m>
                <a:endParaRPr kumimoji="1" lang="ko-KR" altLang="en-US" sz="1500" dirty="0"/>
              </a:p>
            </p:txBody>
          </p:sp>
        </mc:Choice>
        <mc:Fallback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6FD7AABB-3ACD-7E9A-DF52-B506CF5EE5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05177" y="4339160"/>
                <a:ext cx="720774" cy="41973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D6A479E2-C5E2-15BA-2D56-C1C316FB046A}"/>
                  </a:ext>
                </a:extLst>
              </p:cNvPr>
              <p:cNvSpPr txBox="1"/>
              <p:nvPr/>
            </p:nvSpPr>
            <p:spPr>
              <a:xfrm>
                <a:off x="2655924" y="4331285"/>
                <a:ext cx="720774" cy="4197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1" lang="en-US" altLang="ko-KR" sz="15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ko-KR" sz="15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sSub>
                            <m:sSubPr>
                              <m:ctrlPr>
                                <a:rPr kumimoji="1" lang="en-US" altLang="ko-KR" sz="15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ko-KR" sz="15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  <m:sub>
                              <m:r>
                                <a:rPr kumimoji="1" lang="en-US" altLang="ko-KR" sz="15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sub>
                        <m:sup>
                          <m:r>
                            <a:rPr kumimoji="1" lang="en-US" altLang="ko-KR" sz="15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kumimoji="1" lang="en-US" altLang="ko-KR" sz="15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  <m:r>
                            <a:rPr kumimoji="1" lang="en-US" altLang="ko-KR" sz="1500" b="0" i="1" smtClean="0">
                              <a:latin typeface="Cambria Math" panose="02040503050406030204" pitchFamily="18" charset="0"/>
                            </a:rPr>
                            <m:t>−1)</m:t>
                          </m:r>
                        </m:sup>
                      </m:sSubSup>
                    </m:oMath>
                  </m:oMathPara>
                </a14:m>
                <a:endParaRPr kumimoji="1" lang="ko-KR" altLang="en-US" sz="1500" dirty="0"/>
              </a:p>
            </p:txBody>
          </p:sp>
        </mc:Choice>
        <mc:Fallback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D6A479E2-C5E2-15BA-2D56-C1C316FB04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55924" y="4331285"/>
                <a:ext cx="720774" cy="41973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직사각형 21">
            <a:extLst>
              <a:ext uri="{FF2B5EF4-FFF2-40B4-BE49-F238E27FC236}">
                <a16:creationId xmlns:a16="http://schemas.microsoft.com/office/drawing/2014/main" id="{92492C7B-A108-23F3-D9A2-F0576C663DF0}"/>
              </a:ext>
            </a:extLst>
          </p:cNvPr>
          <p:cNvSpPr/>
          <p:nvPr/>
        </p:nvSpPr>
        <p:spPr>
          <a:xfrm>
            <a:off x="2316700" y="3499385"/>
            <a:ext cx="1418936" cy="32316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200" b="1" dirty="0">
                <a:solidFill>
                  <a:schemeClr val="tx1"/>
                </a:solidFill>
              </a:rPr>
              <a:t>Normalized Sum</a:t>
            </a:r>
            <a:endParaRPr kumimoji="1" lang="ko-KR" altLang="en-US" sz="1200" b="1" dirty="0">
              <a:solidFill>
                <a:schemeClr val="tx1"/>
              </a:solidFill>
            </a:endParaRPr>
          </a:p>
        </p:txBody>
      </p: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75CA98B2-8FDB-FB19-4FE5-E291B3422D5C}"/>
              </a:ext>
            </a:extLst>
          </p:cNvPr>
          <p:cNvCxnSpPr>
            <a:cxnSpLocks/>
            <a:stCxn id="19" idx="0"/>
            <a:endCxn id="22" idx="2"/>
          </p:cNvCxnSpPr>
          <p:nvPr/>
        </p:nvCxnSpPr>
        <p:spPr>
          <a:xfrm flipV="1">
            <a:off x="2490093" y="3822550"/>
            <a:ext cx="536075" cy="23138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6" name="직선 화살표 연결선 35">
            <a:extLst>
              <a:ext uri="{FF2B5EF4-FFF2-40B4-BE49-F238E27FC236}">
                <a16:creationId xmlns:a16="http://schemas.microsoft.com/office/drawing/2014/main" id="{B5673BF5-05B6-C927-EAEC-632AEE66AA88}"/>
              </a:ext>
            </a:extLst>
          </p:cNvPr>
          <p:cNvCxnSpPr>
            <a:cxnSpLocks/>
            <a:stCxn id="17" idx="0"/>
            <a:endCxn id="22" idx="2"/>
          </p:cNvCxnSpPr>
          <p:nvPr/>
        </p:nvCxnSpPr>
        <p:spPr>
          <a:xfrm flipV="1">
            <a:off x="3018521" y="3822550"/>
            <a:ext cx="7647" cy="23138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7" name="직선 화살표 연결선 36">
            <a:extLst>
              <a:ext uri="{FF2B5EF4-FFF2-40B4-BE49-F238E27FC236}">
                <a16:creationId xmlns:a16="http://schemas.microsoft.com/office/drawing/2014/main" id="{30430DF8-2514-2B0E-DA44-5A6F8DDD0327}"/>
              </a:ext>
            </a:extLst>
          </p:cNvPr>
          <p:cNvCxnSpPr>
            <a:cxnSpLocks/>
            <a:stCxn id="18" idx="0"/>
            <a:endCxn id="22" idx="2"/>
          </p:cNvCxnSpPr>
          <p:nvPr/>
        </p:nvCxnSpPr>
        <p:spPr>
          <a:xfrm flipH="1" flipV="1">
            <a:off x="3026168" y="3822550"/>
            <a:ext cx="494722" cy="23138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780C1C95-DD14-66E1-2AB3-BA813154EFE3}"/>
                  </a:ext>
                </a:extLst>
              </p:cNvPr>
              <p:cNvSpPr txBox="1"/>
              <p:nvPr/>
            </p:nvSpPr>
            <p:spPr>
              <a:xfrm>
                <a:off x="3263531" y="3220466"/>
                <a:ext cx="656519" cy="3231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5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𝑙</m:t>
                      </m:r>
                      <m:r>
                        <a:rPr lang="en-US" altLang="ko-KR" sz="15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ko-KR" altLang="en-US" sz="150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780C1C95-DD14-66E1-2AB3-BA813154EF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63531" y="3220466"/>
                <a:ext cx="656519" cy="32316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0481D0A5-BA2F-8C74-DB33-79A90038365B}"/>
                  </a:ext>
                </a:extLst>
              </p:cNvPr>
              <p:cNvSpPr txBox="1"/>
              <p:nvPr/>
            </p:nvSpPr>
            <p:spPr>
              <a:xfrm>
                <a:off x="3468028" y="2987790"/>
                <a:ext cx="656519" cy="3231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5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𝑙</m:t>
                      </m:r>
                      <m:r>
                        <a:rPr lang="en-US" altLang="ko-KR" sz="15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ko-KR" altLang="en-US" sz="150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0481D0A5-BA2F-8C74-DB33-79A9003836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68028" y="2987790"/>
                <a:ext cx="656519" cy="32316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BF04D312-FF24-B8F5-4348-8E97F435D353}"/>
                  </a:ext>
                </a:extLst>
              </p:cNvPr>
              <p:cNvSpPr txBox="1"/>
              <p:nvPr/>
            </p:nvSpPr>
            <p:spPr>
              <a:xfrm>
                <a:off x="3659331" y="2787871"/>
                <a:ext cx="656519" cy="3231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5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𝑙</m:t>
                      </m:r>
                      <m:r>
                        <a:rPr lang="en-US" altLang="ko-KR" sz="15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=3</m:t>
                      </m:r>
                    </m:oMath>
                  </m:oMathPara>
                </a14:m>
                <a:endParaRPr lang="ko-KR" altLang="en-US" sz="150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BF04D312-FF24-B8F5-4348-8E97F435D3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9331" y="2787871"/>
                <a:ext cx="656519" cy="32316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" name="직사각형 41">
            <a:extLst>
              <a:ext uri="{FF2B5EF4-FFF2-40B4-BE49-F238E27FC236}">
                <a16:creationId xmlns:a16="http://schemas.microsoft.com/office/drawing/2014/main" id="{8F537498-E820-5748-27BA-45DEC465AC66}"/>
              </a:ext>
            </a:extLst>
          </p:cNvPr>
          <p:cNvSpPr/>
          <p:nvPr/>
        </p:nvSpPr>
        <p:spPr>
          <a:xfrm>
            <a:off x="3124865" y="1641607"/>
            <a:ext cx="195943" cy="195943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325D61A5-1847-8B15-7C0A-59184A43F113}"/>
              </a:ext>
            </a:extLst>
          </p:cNvPr>
          <p:cNvSpPr/>
          <p:nvPr/>
        </p:nvSpPr>
        <p:spPr>
          <a:xfrm>
            <a:off x="3320808" y="1641606"/>
            <a:ext cx="195943" cy="19594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64032C72-565F-C6BB-7B19-371DA04E6733}"/>
              </a:ext>
            </a:extLst>
          </p:cNvPr>
          <p:cNvSpPr/>
          <p:nvPr/>
        </p:nvSpPr>
        <p:spPr>
          <a:xfrm>
            <a:off x="3516751" y="1641606"/>
            <a:ext cx="195943" cy="19594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cxnSp>
        <p:nvCxnSpPr>
          <p:cNvPr id="45" name="직선 화살표 연결선 44">
            <a:extLst>
              <a:ext uri="{FF2B5EF4-FFF2-40B4-BE49-F238E27FC236}">
                <a16:creationId xmlns:a16="http://schemas.microsoft.com/office/drawing/2014/main" id="{4AA1FC47-D94E-5E62-A78F-6399E5DA7C22}"/>
              </a:ext>
            </a:extLst>
          </p:cNvPr>
          <p:cNvCxnSpPr>
            <a:cxnSpLocks/>
            <a:stCxn id="16" idx="0"/>
            <a:endCxn id="49" idx="2"/>
          </p:cNvCxnSpPr>
          <p:nvPr/>
        </p:nvCxnSpPr>
        <p:spPr>
          <a:xfrm flipV="1">
            <a:off x="3026168" y="2392655"/>
            <a:ext cx="17122" cy="86791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6" name="직선 화살표 연결선 45">
            <a:extLst>
              <a:ext uri="{FF2B5EF4-FFF2-40B4-BE49-F238E27FC236}">
                <a16:creationId xmlns:a16="http://schemas.microsoft.com/office/drawing/2014/main" id="{89246E25-1311-242E-8791-FDDD9BFEA325}"/>
              </a:ext>
            </a:extLst>
          </p:cNvPr>
          <p:cNvCxnSpPr>
            <a:cxnSpLocks/>
            <a:stCxn id="7" idx="0"/>
            <a:endCxn id="52" idx="2"/>
          </p:cNvCxnSpPr>
          <p:nvPr/>
        </p:nvCxnSpPr>
        <p:spPr>
          <a:xfrm flipV="1">
            <a:off x="3200839" y="2120431"/>
            <a:ext cx="12911" cy="93138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7" name="직선 화살표 연결선 46">
            <a:extLst>
              <a:ext uri="{FF2B5EF4-FFF2-40B4-BE49-F238E27FC236}">
                <a16:creationId xmlns:a16="http://schemas.microsoft.com/office/drawing/2014/main" id="{42903B8B-F273-A522-58FF-F71522A89A80}"/>
              </a:ext>
            </a:extLst>
          </p:cNvPr>
          <p:cNvCxnSpPr>
            <a:cxnSpLocks/>
            <a:stCxn id="6" idx="0"/>
            <a:endCxn id="43" idx="2"/>
          </p:cNvCxnSpPr>
          <p:nvPr/>
        </p:nvCxnSpPr>
        <p:spPr>
          <a:xfrm flipV="1">
            <a:off x="3405336" y="1837549"/>
            <a:ext cx="13444" cy="101679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6A76F182-4911-D81E-2CD8-E9CC0D655C40}"/>
              </a:ext>
            </a:extLst>
          </p:cNvPr>
          <p:cNvSpPr/>
          <p:nvPr/>
        </p:nvSpPr>
        <p:spPr>
          <a:xfrm>
            <a:off x="2749375" y="2196713"/>
            <a:ext cx="195943" cy="19594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57C927F8-1151-3694-3656-E943B02798B7}"/>
              </a:ext>
            </a:extLst>
          </p:cNvPr>
          <p:cNvSpPr/>
          <p:nvPr/>
        </p:nvSpPr>
        <p:spPr>
          <a:xfrm>
            <a:off x="2945318" y="2196712"/>
            <a:ext cx="195943" cy="19594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4447FB96-9617-5CF7-261B-B060CCC524F2}"/>
              </a:ext>
            </a:extLst>
          </p:cNvPr>
          <p:cNvSpPr/>
          <p:nvPr/>
        </p:nvSpPr>
        <p:spPr>
          <a:xfrm>
            <a:off x="3141261" y="2196712"/>
            <a:ext cx="195943" cy="19594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C369B144-7FD9-80D2-2B9D-7DFA6D65A9C3}"/>
              </a:ext>
            </a:extLst>
          </p:cNvPr>
          <p:cNvSpPr/>
          <p:nvPr/>
        </p:nvSpPr>
        <p:spPr>
          <a:xfrm>
            <a:off x="2919835" y="1924489"/>
            <a:ext cx="195943" cy="19594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611A99E2-B94B-9819-A137-07334BE6FC39}"/>
              </a:ext>
            </a:extLst>
          </p:cNvPr>
          <p:cNvSpPr/>
          <p:nvPr/>
        </p:nvSpPr>
        <p:spPr>
          <a:xfrm>
            <a:off x="3115778" y="1924488"/>
            <a:ext cx="195943" cy="195943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7167F563-8753-6061-95B3-D2B6F85B829B}"/>
              </a:ext>
            </a:extLst>
          </p:cNvPr>
          <p:cNvSpPr/>
          <p:nvPr/>
        </p:nvSpPr>
        <p:spPr>
          <a:xfrm>
            <a:off x="3311721" y="1924488"/>
            <a:ext cx="195943" cy="19594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cxnSp>
        <p:nvCxnSpPr>
          <p:cNvPr id="54" name="꺾인 연결선[E] 53">
            <a:extLst>
              <a:ext uri="{FF2B5EF4-FFF2-40B4-BE49-F238E27FC236}">
                <a16:creationId xmlns:a16="http://schemas.microsoft.com/office/drawing/2014/main" id="{C957BA5D-9183-B6A4-066F-9ADB085CAF1F}"/>
              </a:ext>
            </a:extLst>
          </p:cNvPr>
          <p:cNvCxnSpPr>
            <a:cxnSpLocks/>
            <a:stCxn id="10" idx="3"/>
          </p:cNvCxnSpPr>
          <p:nvPr/>
        </p:nvCxnSpPr>
        <p:spPr>
          <a:xfrm flipV="1">
            <a:off x="4443865" y="1308274"/>
            <a:ext cx="440094" cy="1139099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6" name="구부러진 연결선[U] 55">
            <a:extLst>
              <a:ext uri="{FF2B5EF4-FFF2-40B4-BE49-F238E27FC236}">
                <a16:creationId xmlns:a16="http://schemas.microsoft.com/office/drawing/2014/main" id="{45B7BDD2-09EF-F7CB-64FA-ECD637A6062A}"/>
              </a:ext>
            </a:extLst>
          </p:cNvPr>
          <p:cNvCxnSpPr>
            <a:cxnSpLocks/>
            <a:stCxn id="16" idx="3"/>
            <a:endCxn id="7" idx="3"/>
          </p:cNvCxnSpPr>
          <p:nvPr/>
        </p:nvCxnSpPr>
        <p:spPr>
          <a:xfrm flipV="1">
            <a:off x="3875434" y="3961422"/>
            <a:ext cx="174671" cy="255931"/>
          </a:xfrm>
          <a:prstGeom prst="curvedConnector3">
            <a:avLst>
              <a:gd name="adj1" fmla="val 230875"/>
            </a:avLst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57" name="구부러진 연결선[U] 56">
            <a:extLst>
              <a:ext uri="{FF2B5EF4-FFF2-40B4-BE49-F238E27FC236}">
                <a16:creationId xmlns:a16="http://schemas.microsoft.com/office/drawing/2014/main" id="{5E0C016F-F8C6-21D2-5EAF-D4AE145FBB35}"/>
              </a:ext>
            </a:extLst>
          </p:cNvPr>
          <p:cNvCxnSpPr>
            <a:cxnSpLocks/>
            <a:stCxn id="7" idx="3"/>
            <a:endCxn id="6" idx="3"/>
          </p:cNvCxnSpPr>
          <p:nvPr/>
        </p:nvCxnSpPr>
        <p:spPr>
          <a:xfrm flipV="1">
            <a:off x="4050105" y="3763953"/>
            <a:ext cx="204497" cy="197469"/>
          </a:xfrm>
          <a:prstGeom prst="curvedConnector3">
            <a:avLst>
              <a:gd name="adj1" fmla="val 211786"/>
            </a:avLst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59" name="직선 화살표 연결선 58">
            <a:extLst>
              <a:ext uri="{FF2B5EF4-FFF2-40B4-BE49-F238E27FC236}">
                <a16:creationId xmlns:a16="http://schemas.microsoft.com/office/drawing/2014/main" id="{F43694DA-9A85-D1CB-685A-83B0A8FDE13A}"/>
              </a:ext>
            </a:extLst>
          </p:cNvPr>
          <p:cNvCxnSpPr>
            <a:cxnSpLocks/>
            <a:stCxn id="138" idx="0"/>
            <a:endCxn id="60" idx="3"/>
          </p:cNvCxnSpPr>
          <p:nvPr/>
        </p:nvCxnSpPr>
        <p:spPr>
          <a:xfrm flipV="1">
            <a:off x="4885283" y="604204"/>
            <a:ext cx="497943" cy="38572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0" name="가산 접합 59">
            <a:extLst>
              <a:ext uri="{FF2B5EF4-FFF2-40B4-BE49-F238E27FC236}">
                <a16:creationId xmlns:a16="http://schemas.microsoft.com/office/drawing/2014/main" id="{7712B216-F744-0B99-723E-63F3943D8814}"/>
              </a:ext>
            </a:extLst>
          </p:cNvPr>
          <p:cNvSpPr/>
          <p:nvPr/>
        </p:nvSpPr>
        <p:spPr>
          <a:xfrm>
            <a:off x="5330984" y="299712"/>
            <a:ext cx="356734" cy="356734"/>
          </a:xfrm>
          <a:prstGeom prst="flowChartSummingJunction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61" name="평행 사변형[P] 60">
            <a:extLst>
              <a:ext uri="{FF2B5EF4-FFF2-40B4-BE49-F238E27FC236}">
                <a16:creationId xmlns:a16="http://schemas.microsoft.com/office/drawing/2014/main" id="{E2CD0EB5-6EA5-FBEB-52EA-11AC9838D266}"/>
              </a:ext>
            </a:extLst>
          </p:cNvPr>
          <p:cNvSpPr/>
          <p:nvPr/>
        </p:nvSpPr>
        <p:spPr>
          <a:xfrm>
            <a:off x="7058402" y="1525614"/>
            <a:ext cx="1392960" cy="998884"/>
          </a:xfrm>
          <a:prstGeom prst="parallelogram">
            <a:avLst>
              <a:gd name="adj" fmla="val 37500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AD5A824F-1E0F-8F45-3F94-72C268AE7762}"/>
              </a:ext>
            </a:extLst>
          </p:cNvPr>
          <p:cNvSpPr/>
          <p:nvPr/>
        </p:nvSpPr>
        <p:spPr>
          <a:xfrm>
            <a:off x="7031105" y="2841814"/>
            <a:ext cx="1698532" cy="183174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69EB035D-20A8-0C8C-54B1-C716080C74FA}"/>
              </a:ext>
            </a:extLst>
          </p:cNvPr>
          <p:cNvSpPr/>
          <p:nvPr/>
        </p:nvSpPr>
        <p:spPr>
          <a:xfrm>
            <a:off x="6826608" y="3039283"/>
            <a:ext cx="1698532" cy="183174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767BB8AE-346B-C34F-FC11-EF598C6D6652}"/>
              </a:ext>
            </a:extLst>
          </p:cNvPr>
          <p:cNvSpPr/>
          <p:nvPr/>
        </p:nvSpPr>
        <p:spPr>
          <a:xfrm>
            <a:off x="6651937" y="3248040"/>
            <a:ext cx="1698532" cy="192609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DA383AF0-6142-729F-7A9D-98C8C7BB7B66}"/>
                  </a:ext>
                </a:extLst>
              </p:cNvPr>
              <p:cNvSpPr txBox="1"/>
              <p:nvPr/>
            </p:nvSpPr>
            <p:spPr>
              <a:xfrm>
                <a:off x="7738566" y="3207934"/>
                <a:ext cx="656519" cy="3231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5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𝑙</m:t>
                      </m:r>
                      <m:r>
                        <a:rPr lang="en-US" altLang="ko-KR" sz="15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ko-KR" altLang="en-US" sz="150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DA383AF0-6142-729F-7A9D-98C8C7BB7B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38566" y="3207934"/>
                <a:ext cx="656519" cy="323165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F2DB19BC-3263-C8FD-EB14-2D5897139D5B}"/>
                  </a:ext>
                </a:extLst>
              </p:cNvPr>
              <p:cNvSpPr txBox="1"/>
              <p:nvPr/>
            </p:nvSpPr>
            <p:spPr>
              <a:xfrm>
                <a:off x="7943063" y="2975258"/>
                <a:ext cx="656519" cy="3231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5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𝑙</m:t>
                      </m:r>
                      <m:r>
                        <a:rPr lang="en-US" altLang="ko-KR" sz="15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ko-KR" altLang="en-US" sz="150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F2DB19BC-3263-C8FD-EB14-2D5897139D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43063" y="2975258"/>
                <a:ext cx="656519" cy="323165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42B0DF8C-CC0A-849F-8413-209ECE802256}"/>
                  </a:ext>
                </a:extLst>
              </p:cNvPr>
              <p:cNvSpPr txBox="1"/>
              <p:nvPr/>
            </p:nvSpPr>
            <p:spPr>
              <a:xfrm>
                <a:off x="8134366" y="2775339"/>
                <a:ext cx="656519" cy="3231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5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𝑙</m:t>
                      </m:r>
                      <m:r>
                        <a:rPr lang="en-US" altLang="ko-KR" sz="15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=3</m:t>
                      </m:r>
                    </m:oMath>
                  </m:oMathPara>
                </a14:m>
                <a:endParaRPr lang="ko-KR" altLang="en-US" sz="150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42B0DF8C-CC0A-849F-8413-209ECE8022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34366" y="2775339"/>
                <a:ext cx="656519" cy="323165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9" name="직사각형 88">
            <a:extLst>
              <a:ext uri="{FF2B5EF4-FFF2-40B4-BE49-F238E27FC236}">
                <a16:creationId xmlns:a16="http://schemas.microsoft.com/office/drawing/2014/main" id="{305AD258-B794-EA03-B272-1F336392F8EE}"/>
              </a:ext>
            </a:extLst>
          </p:cNvPr>
          <p:cNvSpPr/>
          <p:nvPr/>
        </p:nvSpPr>
        <p:spPr>
          <a:xfrm>
            <a:off x="7599900" y="1629075"/>
            <a:ext cx="195943" cy="19594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90" name="직사각형 89">
            <a:extLst>
              <a:ext uri="{FF2B5EF4-FFF2-40B4-BE49-F238E27FC236}">
                <a16:creationId xmlns:a16="http://schemas.microsoft.com/office/drawing/2014/main" id="{7DBDBBE1-E467-0E1C-FC6F-37E4E848A804}"/>
              </a:ext>
            </a:extLst>
          </p:cNvPr>
          <p:cNvSpPr/>
          <p:nvPr/>
        </p:nvSpPr>
        <p:spPr>
          <a:xfrm>
            <a:off x="7795843" y="1629074"/>
            <a:ext cx="195943" cy="195943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91" name="직사각형 90">
            <a:extLst>
              <a:ext uri="{FF2B5EF4-FFF2-40B4-BE49-F238E27FC236}">
                <a16:creationId xmlns:a16="http://schemas.microsoft.com/office/drawing/2014/main" id="{53966F27-5F8F-A05D-783E-EBCEC4F7EDA1}"/>
              </a:ext>
            </a:extLst>
          </p:cNvPr>
          <p:cNvSpPr/>
          <p:nvPr/>
        </p:nvSpPr>
        <p:spPr>
          <a:xfrm>
            <a:off x="7991786" y="1629074"/>
            <a:ext cx="195943" cy="195943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cxnSp>
        <p:nvCxnSpPr>
          <p:cNvPr id="92" name="직선 화살표 연결선 91">
            <a:extLst>
              <a:ext uri="{FF2B5EF4-FFF2-40B4-BE49-F238E27FC236}">
                <a16:creationId xmlns:a16="http://schemas.microsoft.com/office/drawing/2014/main" id="{6908E927-0775-D57E-AC32-56284F198429}"/>
              </a:ext>
            </a:extLst>
          </p:cNvPr>
          <p:cNvCxnSpPr>
            <a:cxnSpLocks/>
            <a:stCxn id="64" idx="0"/>
            <a:endCxn id="96" idx="2"/>
          </p:cNvCxnSpPr>
          <p:nvPr/>
        </p:nvCxnSpPr>
        <p:spPr>
          <a:xfrm flipV="1">
            <a:off x="7501203" y="2380123"/>
            <a:ext cx="17122" cy="86791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3" name="직선 화살표 연결선 92">
            <a:extLst>
              <a:ext uri="{FF2B5EF4-FFF2-40B4-BE49-F238E27FC236}">
                <a16:creationId xmlns:a16="http://schemas.microsoft.com/office/drawing/2014/main" id="{30E667D1-7BA9-B683-72CD-F29B12B4B847}"/>
              </a:ext>
            </a:extLst>
          </p:cNvPr>
          <p:cNvCxnSpPr>
            <a:cxnSpLocks/>
            <a:stCxn id="63" idx="0"/>
            <a:endCxn id="99" idx="2"/>
          </p:cNvCxnSpPr>
          <p:nvPr/>
        </p:nvCxnSpPr>
        <p:spPr>
          <a:xfrm flipV="1">
            <a:off x="7675874" y="2107899"/>
            <a:ext cx="12911" cy="93138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4" name="직선 화살표 연결선 93">
            <a:extLst>
              <a:ext uri="{FF2B5EF4-FFF2-40B4-BE49-F238E27FC236}">
                <a16:creationId xmlns:a16="http://schemas.microsoft.com/office/drawing/2014/main" id="{4A5C61AB-880F-B763-5946-E0B91E2C9482}"/>
              </a:ext>
            </a:extLst>
          </p:cNvPr>
          <p:cNvCxnSpPr>
            <a:cxnSpLocks/>
            <a:stCxn id="62" idx="0"/>
            <a:endCxn id="90" idx="2"/>
          </p:cNvCxnSpPr>
          <p:nvPr/>
        </p:nvCxnSpPr>
        <p:spPr>
          <a:xfrm flipV="1">
            <a:off x="7880371" y="1825017"/>
            <a:ext cx="13444" cy="101679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5" name="직사각형 94">
            <a:extLst>
              <a:ext uri="{FF2B5EF4-FFF2-40B4-BE49-F238E27FC236}">
                <a16:creationId xmlns:a16="http://schemas.microsoft.com/office/drawing/2014/main" id="{B1E3E372-6557-38C2-E5EE-2FBF820113CA}"/>
              </a:ext>
            </a:extLst>
          </p:cNvPr>
          <p:cNvSpPr/>
          <p:nvPr/>
        </p:nvSpPr>
        <p:spPr>
          <a:xfrm>
            <a:off x="7224410" y="2184181"/>
            <a:ext cx="195943" cy="195943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96" name="직사각형 95">
            <a:extLst>
              <a:ext uri="{FF2B5EF4-FFF2-40B4-BE49-F238E27FC236}">
                <a16:creationId xmlns:a16="http://schemas.microsoft.com/office/drawing/2014/main" id="{D5A24799-684A-0AA2-8039-9A5561889E05}"/>
              </a:ext>
            </a:extLst>
          </p:cNvPr>
          <p:cNvSpPr/>
          <p:nvPr/>
        </p:nvSpPr>
        <p:spPr>
          <a:xfrm>
            <a:off x="7420353" y="2184180"/>
            <a:ext cx="195943" cy="195943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97" name="직사각형 96">
            <a:extLst>
              <a:ext uri="{FF2B5EF4-FFF2-40B4-BE49-F238E27FC236}">
                <a16:creationId xmlns:a16="http://schemas.microsoft.com/office/drawing/2014/main" id="{FC37BA16-9A4D-2182-B98D-05B9005FFB8E}"/>
              </a:ext>
            </a:extLst>
          </p:cNvPr>
          <p:cNvSpPr/>
          <p:nvPr/>
        </p:nvSpPr>
        <p:spPr>
          <a:xfrm>
            <a:off x="7616296" y="2184180"/>
            <a:ext cx="195943" cy="19594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98" name="직사각형 97">
            <a:extLst>
              <a:ext uri="{FF2B5EF4-FFF2-40B4-BE49-F238E27FC236}">
                <a16:creationId xmlns:a16="http://schemas.microsoft.com/office/drawing/2014/main" id="{7CE856D8-31FF-0447-DE39-F2FF474F6533}"/>
              </a:ext>
            </a:extLst>
          </p:cNvPr>
          <p:cNvSpPr/>
          <p:nvPr/>
        </p:nvSpPr>
        <p:spPr>
          <a:xfrm>
            <a:off x="7394870" y="1911957"/>
            <a:ext cx="195943" cy="195943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99" name="직사각형 98">
            <a:extLst>
              <a:ext uri="{FF2B5EF4-FFF2-40B4-BE49-F238E27FC236}">
                <a16:creationId xmlns:a16="http://schemas.microsoft.com/office/drawing/2014/main" id="{75CFBEB2-0EA8-0B82-2D8A-FBE1E8271EEE}"/>
              </a:ext>
            </a:extLst>
          </p:cNvPr>
          <p:cNvSpPr/>
          <p:nvPr/>
        </p:nvSpPr>
        <p:spPr>
          <a:xfrm>
            <a:off x="7590813" y="1911956"/>
            <a:ext cx="195943" cy="19594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100" name="직사각형 99">
            <a:extLst>
              <a:ext uri="{FF2B5EF4-FFF2-40B4-BE49-F238E27FC236}">
                <a16:creationId xmlns:a16="http://schemas.microsoft.com/office/drawing/2014/main" id="{1EDF5534-4586-B35C-DB76-101E25479F87}"/>
              </a:ext>
            </a:extLst>
          </p:cNvPr>
          <p:cNvSpPr/>
          <p:nvPr/>
        </p:nvSpPr>
        <p:spPr>
          <a:xfrm>
            <a:off x="7786756" y="1911956"/>
            <a:ext cx="195943" cy="195943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cxnSp>
        <p:nvCxnSpPr>
          <p:cNvPr id="102" name="구부러진 연결선[U] 101">
            <a:extLst>
              <a:ext uri="{FF2B5EF4-FFF2-40B4-BE49-F238E27FC236}">
                <a16:creationId xmlns:a16="http://schemas.microsoft.com/office/drawing/2014/main" id="{92A63331-BAE4-F85C-FEE0-F2552DBE81FE}"/>
              </a:ext>
            </a:extLst>
          </p:cNvPr>
          <p:cNvCxnSpPr>
            <a:cxnSpLocks/>
            <a:stCxn id="64" idx="3"/>
            <a:endCxn id="63" idx="3"/>
          </p:cNvCxnSpPr>
          <p:nvPr/>
        </p:nvCxnSpPr>
        <p:spPr>
          <a:xfrm flipV="1">
            <a:off x="8350469" y="3955156"/>
            <a:ext cx="174671" cy="255931"/>
          </a:xfrm>
          <a:prstGeom prst="curvedConnector3">
            <a:avLst>
              <a:gd name="adj1" fmla="val 230875"/>
            </a:avLst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03" name="구부러진 연결선[U] 102">
            <a:extLst>
              <a:ext uri="{FF2B5EF4-FFF2-40B4-BE49-F238E27FC236}">
                <a16:creationId xmlns:a16="http://schemas.microsoft.com/office/drawing/2014/main" id="{FECF542D-97CC-7646-8191-FC35E8DD0532}"/>
              </a:ext>
            </a:extLst>
          </p:cNvPr>
          <p:cNvCxnSpPr>
            <a:cxnSpLocks/>
            <a:stCxn id="63" idx="3"/>
            <a:endCxn id="62" idx="3"/>
          </p:cNvCxnSpPr>
          <p:nvPr/>
        </p:nvCxnSpPr>
        <p:spPr>
          <a:xfrm flipV="1">
            <a:off x="8525140" y="3757687"/>
            <a:ext cx="204497" cy="197469"/>
          </a:xfrm>
          <a:prstGeom prst="curvedConnector3">
            <a:avLst>
              <a:gd name="adj1" fmla="val 211786"/>
            </a:avLst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06" name="TextBox 105">
                <a:extLst>
                  <a:ext uri="{FF2B5EF4-FFF2-40B4-BE49-F238E27FC236}">
                    <a16:creationId xmlns:a16="http://schemas.microsoft.com/office/drawing/2014/main" id="{3025A9CE-DF71-D424-5F81-89F0F5F36A9F}"/>
                  </a:ext>
                </a:extLst>
              </p:cNvPr>
              <p:cNvSpPr txBox="1"/>
              <p:nvPr/>
            </p:nvSpPr>
            <p:spPr>
              <a:xfrm>
                <a:off x="3178911" y="4345142"/>
                <a:ext cx="720774" cy="4197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1" lang="en-US" altLang="ko-KR" sz="15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ko-KR" sz="15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sSub>
                            <m:sSubPr>
                              <m:ctrlPr>
                                <a:rPr kumimoji="1" lang="en-US" altLang="ko-KR" sz="15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ko-KR" sz="15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  <m:sub>
                              <m:r>
                                <a:rPr kumimoji="1" lang="en-US" altLang="ko-KR" sz="15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sub>
                        <m:sup>
                          <m:r>
                            <a:rPr kumimoji="1" lang="en-US" altLang="ko-KR" sz="15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kumimoji="1" lang="en-US" altLang="ko-KR" sz="15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  <m:r>
                            <a:rPr kumimoji="1" lang="en-US" altLang="ko-KR" sz="1500" b="0" i="1" smtClean="0">
                              <a:latin typeface="Cambria Math" panose="02040503050406030204" pitchFamily="18" charset="0"/>
                            </a:rPr>
                            <m:t>−1)</m:t>
                          </m:r>
                        </m:sup>
                      </m:sSubSup>
                    </m:oMath>
                  </m:oMathPara>
                </a14:m>
                <a:endParaRPr kumimoji="1" lang="ko-KR" altLang="en-US" sz="1500" dirty="0"/>
              </a:p>
            </p:txBody>
          </p:sp>
        </mc:Choice>
        <mc:Fallback>
          <p:sp>
            <p:nvSpPr>
              <p:cNvPr id="106" name="TextBox 105">
                <a:extLst>
                  <a:ext uri="{FF2B5EF4-FFF2-40B4-BE49-F238E27FC236}">
                    <a16:creationId xmlns:a16="http://schemas.microsoft.com/office/drawing/2014/main" id="{3025A9CE-DF71-D424-5F81-89F0F5F36A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78911" y="4345142"/>
                <a:ext cx="720774" cy="41973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0" name="TextBox 109">
                <a:extLst>
                  <a:ext uri="{FF2B5EF4-FFF2-40B4-BE49-F238E27FC236}">
                    <a16:creationId xmlns:a16="http://schemas.microsoft.com/office/drawing/2014/main" id="{F45A4ED6-BB18-1F69-171A-19295DC5D437}"/>
                  </a:ext>
                </a:extLst>
              </p:cNvPr>
              <p:cNvSpPr txBox="1"/>
              <p:nvPr/>
            </p:nvSpPr>
            <p:spPr>
              <a:xfrm>
                <a:off x="3358322" y="4017336"/>
                <a:ext cx="348199" cy="3231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15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15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kumimoji="1" lang="en-US" altLang="ko-KR" sz="15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ko-KR" altLang="en-US" sz="1500" dirty="0"/>
              </a:p>
            </p:txBody>
          </p:sp>
        </mc:Choice>
        <mc:Fallback>
          <p:sp>
            <p:nvSpPr>
              <p:cNvPr id="110" name="TextBox 109">
                <a:extLst>
                  <a:ext uri="{FF2B5EF4-FFF2-40B4-BE49-F238E27FC236}">
                    <a16:creationId xmlns:a16="http://schemas.microsoft.com/office/drawing/2014/main" id="{F45A4ED6-BB18-1F69-171A-19295DC5D4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58322" y="4017336"/>
                <a:ext cx="348199" cy="323165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1" name="TextBox 110">
                <a:extLst>
                  <a:ext uri="{FF2B5EF4-FFF2-40B4-BE49-F238E27FC236}">
                    <a16:creationId xmlns:a16="http://schemas.microsoft.com/office/drawing/2014/main" id="{91A95042-0885-42FC-F539-1716D1B073CA}"/>
                  </a:ext>
                </a:extLst>
              </p:cNvPr>
              <p:cNvSpPr txBox="1"/>
              <p:nvPr/>
            </p:nvSpPr>
            <p:spPr>
              <a:xfrm>
                <a:off x="2852068" y="4021768"/>
                <a:ext cx="348199" cy="3231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15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15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kumimoji="1" lang="en-US" altLang="ko-KR" sz="15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ko-KR" altLang="en-US" sz="1500" dirty="0"/>
              </a:p>
            </p:txBody>
          </p:sp>
        </mc:Choice>
        <mc:Fallback>
          <p:sp>
            <p:nvSpPr>
              <p:cNvPr id="111" name="TextBox 110">
                <a:extLst>
                  <a:ext uri="{FF2B5EF4-FFF2-40B4-BE49-F238E27FC236}">
                    <a16:creationId xmlns:a16="http://schemas.microsoft.com/office/drawing/2014/main" id="{91A95042-0885-42FC-F539-1716D1B073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2068" y="4021768"/>
                <a:ext cx="348199" cy="323165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7" name="TextBox 116">
                <a:extLst>
                  <a:ext uri="{FF2B5EF4-FFF2-40B4-BE49-F238E27FC236}">
                    <a16:creationId xmlns:a16="http://schemas.microsoft.com/office/drawing/2014/main" id="{73B68B86-9D87-1797-79FC-FAC9F2E8BF8C}"/>
                  </a:ext>
                </a:extLst>
              </p:cNvPr>
              <p:cNvSpPr txBox="1"/>
              <p:nvPr/>
            </p:nvSpPr>
            <p:spPr>
              <a:xfrm>
                <a:off x="8035553" y="2150517"/>
                <a:ext cx="620048" cy="4135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1" lang="en-US" altLang="ko-KR" sz="15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ko-KR" sz="15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sSub>
                            <m:sSubPr>
                              <m:ctrlPr>
                                <a:rPr kumimoji="1" lang="en-US" altLang="ko-KR" sz="15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ko-KR" sz="15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  <m:sub>
                              <m:r>
                                <a:rPr kumimoji="1" lang="en-US" altLang="ko-KR" sz="1500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sub>
                        <m:sup>
                          <m:r>
                            <a:rPr kumimoji="1" lang="en-US" altLang="ko-KR" sz="15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kumimoji="1" lang="en-US" altLang="ko-KR" sz="15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kumimoji="1" lang="en-US" altLang="ko-KR" sz="15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</m:oMath>
                  </m:oMathPara>
                </a14:m>
                <a:endParaRPr kumimoji="1" lang="ko-KR" altLang="en-US" sz="1500" dirty="0"/>
              </a:p>
            </p:txBody>
          </p:sp>
        </mc:Choice>
        <mc:Fallback>
          <p:sp>
            <p:nvSpPr>
              <p:cNvPr id="117" name="TextBox 116">
                <a:extLst>
                  <a:ext uri="{FF2B5EF4-FFF2-40B4-BE49-F238E27FC236}">
                    <a16:creationId xmlns:a16="http://schemas.microsoft.com/office/drawing/2014/main" id="{73B68B86-9D87-1797-79FC-FAC9F2E8BF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35553" y="2150517"/>
                <a:ext cx="620048" cy="413575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8" name="TextBox 117">
                <a:extLst>
                  <a:ext uri="{FF2B5EF4-FFF2-40B4-BE49-F238E27FC236}">
                    <a16:creationId xmlns:a16="http://schemas.microsoft.com/office/drawing/2014/main" id="{AA55D492-2993-1B7C-B881-156D183DFEA5}"/>
                  </a:ext>
                </a:extLst>
              </p:cNvPr>
              <p:cNvSpPr txBox="1"/>
              <p:nvPr/>
            </p:nvSpPr>
            <p:spPr>
              <a:xfrm>
                <a:off x="8167047" y="1811848"/>
                <a:ext cx="620048" cy="4135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1" lang="en-US" altLang="ko-KR" sz="15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ko-KR" sz="15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sSub>
                            <m:sSubPr>
                              <m:ctrlPr>
                                <a:rPr kumimoji="1" lang="en-US" altLang="ko-KR" sz="15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ko-KR" sz="15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  <m:sub>
                              <m:r>
                                <a:rPr kumimoji="1" lang="en-US" altLang="ko-KR" sz="1500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sub>
                        <m:sup>
                          <m:r>
                            <a:rPr kumimoji="1" lang="en-US" altLang="ko-KR" sz="15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kumimoji="1" lang="en-US" altLang="ko-KR" sz="15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kumimoji="1" lang="en-US" altLang="ko-KR" sz="15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</m:oMath>
                  </m:oMathPara>
                </a14:m>
                <a:endParaRPr kumimoji="1" lang="ko-KR" altLang="en-US" sz="1500" dirty="0"/>
              </a:p>
            </p:txBody>
          </p:sp>
        </mc:Choice>
        <mc:Fallback>
          <p:sp>
            <p:nvSpPr>
              <p:cNvPr id="118" name="TextBox 117">
                <a:extLst>
                  <a:ext uri="{FF2B5EF4-FFF2-40B4-BE49-F238E27FC236}">
                    <a16:creationId xmlns:a16="http://schemas.microsoft.com/office/drawing/2014/main" id="{AA55D492-2993-1B7C-B881-156D183DFE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67047" y="1811848"/>
                <a:ext cx="620048" cy="413575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9" name="TextBox 118">
                <a:extLst>
                  <a:ext uri="{FF2B5EF4-FFF2-40B4-BE49-F238E27FC236}">
                    <a16:creationId xmlns:a16="http://schemas.microsoft.com/office/drawing/2014/main" id="{92EFBEE4-BCEE-91AE-051C-E22D660DDEF2}"/>
                  </a:ext>
                </a:extLst>
              </p:cNvPr>
              <p:cNvSpPr txBox="1"/>
              <p:nvPr/>
            </p:nvSpPr>
            <p:spPr>
              <a:xfrm>
                <a:off x="8312530" y="1481586"/>
                <a:ext cx="620048" cy="4135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1" lang="en-US" altLang="ko-KR" sz="15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ko-KR" sz="15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sSub>
                            <m:sSubPr>
                              <m:ctrlPr>
                                <a:rPr kumimoji="1" lang="en-US" altLang="ko-KR" sz="15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ko-KR" sz="15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  <m:sub>
                              <m:r>
                                <a:rPr kumimoji="1" lang="en-US" altLang="ko-KR" sz="1500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sub>
                        <m:sup>
                          <m:r>
                            <a:rPr kumimoji="1" lang="en-US" altLang="ko-KR" sz="15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kumimoji="1" lang="en-US" altLang="ko-KR" sz="15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kumimoji="1" lang="en-US" altLang="ko-KR" sz="15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</m:oMath>
                  </m:oMathPara>
                </a14:m>
                <a:endParaRPr kumimoji="1" lang="ko-KR" altLang="en-US" sz="1500" dirty="0"/>
              </a:p>
            </p:txBody>
          </p:sp>
        </mc:Choice>
        <mc:Fallback>
          <p:sp>
            <p:nvSpPr>
              <p:cNvPr id="119" name="TextBox 118">
                <a:extLst>
                  <a:ext uri="{FF2B5EF4-FFF2-40B4-BE49-F238E27FC236}">
                    <a16:creationId xmlns:a16="http://schemas.microsoft.com/office/drawing/2014/main" id="{92EFBEE4-BCEE-91AE-051C-E22D660DDE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12530" y="1481586"/>
                <a:ext cx="620048" cy="413575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0" name="TextBox 119">
                <a:extLst>
                  <a:ext uri="{FF2B5EF4-FFF2-40B4-BE49-F238E27FC236}">
                    <a16:creationId xmlns:a16="http://schemas.microsoft.com/office/drawing/2014/main" id="{88501DD9-7D22-A7B0-3E8C-AC284D895CD9}"/>
                  </a:ext>
                </a:extLst>
              </p:cNvPr>
              <p:cNvSpPr txBox="1"/>
              <p:nvPr/>
            </p:nvSpPr>
            <p:spPr>
              <a:xfrm>
                <a:off x="2089414" y="2156435"/>
                <a:ext cx="563679" cy="4090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1" lang="en-US" altLang="ko-KR" sz="15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ko-KR" sz="15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sSub>
                            <m:sSubPr>
                              <m:ctrlPr>
                                <a:rPr kumimoji="1" lang="en-US" altLang="ko-KR" sz="15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ko-KR" sz="1500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kumimoji="1" lang="en-US" altLang="ko-KR" sz="15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sub>
                        <m:sup>
                          <m:r>
                            <a:rPr kumimoji="1" lang="en-US" altLang="ko-KR" sz="15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kumimoji="1" lang="en-US" altLang="ko-KR" sz="15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kumimoji="1" lang="en-US" altLang="ko-KR" sz="15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</m:oMath>
                  </m:oMathPara>
                </a14:m>
                <a:endParaRPr kumimoji="1" lang="ko-KR" altLang="en-US" sz="1500" dirty="0"/>
              </a:p>
            </p:txBody>
          </p:sp>
        </mc:Choice>
        <mc:Fallback>
          <p:sp>
            <p:nvSpPr>
              <p:cNvPr id="120" name="TextBox 119">
                <a:extLst>
                  <a:ext uri="{FF2B5EF4-FFF2-40B4-BE49-F238E27FC236}">
                    <a16:creationId xmlns:a16="http://schemas.microsoft.com/office/drawing/2014/main" id="{88501DD9-7D22-A7B0-3E8C-AC284D895C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89414" y="2156435"/>
                <a:ext cx="563679" cy="409086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1" name="TextBox 120">
                <a:extLst>
                  <a:ext uri="{FF2B5EF4-FFF2-40B4-BE49-F238E27FC236}">
                    <a16:creationId xmlns:a16="http://schemas.microsoft.com/office/drawing/2014/main" id="{40C85650-4262-4D24-1AF6-F0D37320CEFB}"/>
                  </a:ext>
                </a:extLst>
              </p:cNvPr>
              <p:cNvSpPr txBox="1"/>
              <p:nvPr/>
            </p:nvSpPr>
            <p:spPr>
              <a:xfrm>
                <a:off x="2220908" y="1817766"/>
                <a:ext cx="563679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1" lang="en-US" altLang="ko-KR" sz="15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ko-KR" sz="15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sSub>
                            <m:sSubPr>
                              <m:ctrlPr>
                                <a:rPr kumimoji="1" lang="en-US" altLang="ko-KR" sz="15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ko-KR" sz="1500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kumimoji="1" lang="en-US" altLang="ko-KR" sz="15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sub>
                        <m:sup>
                          <m:r>
                            <a:rPr kumimoji="1" lang="en-US" altLang="ko-KR" sz="15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kumimoji="1" lang="en-US" altLang="ko-KR" sz="15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kumimoji="1" lang="en-US" altLang="ko-KR" sz="15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</m:oMath>
                  </m:oMathPara>
                </a14:m>
                <a:endParaRPr kumimoji="1" lang="ko-KR" altLang="en-US" sz="1500" dirty="0"/>
              </a:p>
            </p:txBody>
          </p:sp>
        </mc:Choice>
        <mc:Fallback>
          <p:sp>
            <p:nvSpPr>
              <p:cNvPr id="121" name="TextBox 120">
                <a:extLst>
                  <a:ext uri="{FF2B5EF4-FFF2-40B4-BE49-F238E27FC236}">
                    <a16:creationId xmlns:a16="http://schemas.microsoft.com/office/drawing/2014/main" id="{40C85650-4262-4D24-1AF6-F0D37320CE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20908" y="1817766"/>
                <a:ext cx="563679" cy="400110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2" name="TextBox 121">
                <a:extLst>
                  <a:ext uri="{FF2B5EF4-FFF2-40B4-BE49-F238E27FC236}">
                    <a16:creationId xmlns:a16="http://schemas.microsoft.com/office/drawing/2014/main" id="{7C5BA8BA-EED1-271B-9555-563FD74E3094}"/>
                  </a:ext>
                </a:extLst>
              </p:cNvPr>
              <p:cNvSpPr txBox="1"/>
              <p:nvPr/>
            </p:nvSpPr>
            <p:spPr>
              <a:xfrm>
                <a:off x="2366391" y="1487504"/>
                <a:ext cx="563679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1" lang="en-US" altLang="ko-KR" sz="15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ko-KR" sz="15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sSub>
                            <m:sSubPr>
                              <m:ctrlPr>
                                <a:rPr kumimoji="1" lang="en-US" altLang="ko-KR" sz="15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ko-KR" sz="1500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kumimoji="1" lang="en-US" altLang="ko-KR" sz="15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sub>
                        <m:sup>
                          <m:r>
                            <a:rPr kumimoji="1" lang="en-US" altLang="ko-KR" sz="15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kumimoji="1" lang="en-US" altLang="ko-KR" sz="15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kumimoji="1" lang="en-US" altLang="ko-KR" sz="15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</m:oMath>
                  </m:oMathPara>
                </a14:m>
                <a:endParaRPr kumimoji="1" lang="ko-KR" altLang="en-US" sz="1500" dirty="0"/>
              </a:p>
            </p:txBody>
          </p:sp>
        </mc:Choice>
        <mc:Fallback>
          <p:sp>
            <p:nvSpPr>
              <p:cNvPr id="122" name="TextBox 121">
                <a:extLst>
                  <a:ext uri="{FF2B5EF4-FFF2-40B4-BE49-F238E27FC236}">
                    <a16:creationId xmlns:a16="http://schemas.microsoft.com/office/drawing/2014/main" id="{7C5BA8BA-EED1-271B-9555-563FD74E30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6391" y="1487504"/>
                <a:ext cx="563679" cy="400110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3" name="직선 연결선[R] 122">
            <a:extLst>
              <a:ext uri="{FF2B5EF4-FFF2-40B4-BE49-F238E27FC236}">
                <a16:creationId xmlns:a16="http://schemas.microsoft.com/office/drawing/2014/main" id="{E18D5958-6906-1DD0-38E1-548D8F5949B0}"/>
              </a:ext>
            </a:extLst>
          </p:cNvPr>
          <p:cNvCxnSpPr>
            <a:cxnSpLocks/>
          </p:cNvCxnSpPr>
          <p:nvPr/>
        </p:nvCxnSpPr>
        <p:spPr>
          <a:xfrm>
            <a:off x="3790950" y="1899171"/>
            <a:ext cx="1093009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4" name="직선 연결선[R] 123">
            <a:extLst>
              <a:ext uri="{FF2B5EF4-FFF2-40B4-BE49-F238E27FC236}">
                <a16:creationId xmlns:a16="http://schemas.microsoft.com/office/drawing/2014/main" id="{E6D1E1E8-C252-7AB0-5694-50E46F2B0EAE}"/>
              </a:ext>
            </a:extLst>
          </p:cNvPr>
          <p:cNvCxnSpPr>
            <a:cxnSpLocks/>
          </p:cNvCxnSpPr>
          <p:nvPr/>
        </p:nvCxnSpPr>
        <p:spPr>
          <a:xfrm>
            <a:off x="6096000" y="1899171"/>
            <a:ext cx="11938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5" name="직선 화살표 연결선 124">
            <a:extLst>
              <a:ext uri="{FF2B5EF4-FFF2-40B4-BE49-F238E27FC236}">
                <a16:creationId xmlns:a16="http://schemas.microsoft.com/office/drawing/2014/main" id="{F699C141-7648-3BAF-C19F-C3DF30E0DFCA}"/>
              </a:ext>
            </a:extLst>
          </p:cNvPr>
          <p:cNvCxnSpPr>
            <a:cxnSpLocks/>
            <a:stCxn id="139" idx="0"/>
            <a:endCxn id="60" idx="5"/>
          </p:cNvCxnSpPr>
          <p:nvPr/>
        </p:nvCxnSpPr>
        <p:spPr>
          <a:xfrm flipH="1" flipV="1">
            <a:off x="5635476" y="604204"/>
            <a:ext cx="471944" cy="37650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7" name="TextBox 126">
            <a:extLst>
              <a:ext uri="{FF2B5EF4-FFF2-40B4-BE49-F238E27FC236}">
                <a16:creationId xmlns:a16="http://schemas.microsoft.com/office/drawing/2014/main" id="{6217CFDB-87EC-3A7F-2F9C-AFC1853062FD}"/>
              </a:ext>
            </a:extLst>
          </p:cNvPr>
          <p:cNvSpPr txBox="1"/>
          <p:nvPr/>
        </p:nvSpPr>
        <p:spPr>
          <a:xfrm>
            <a:off x="5790757" y="202618"/>
            <a:ext cx="146921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lang="en-US" altLang="ko-KR" sz="2000" b="1" dirty="0"/>
              <a:t>Prediction</a:t>
            </a:r>
            <a:endParaRPr lang="ko-KR" altLang="en-US" sz="2000" b="1" dirty="0"/>
          </a:p>
        </p:txBody>
      </p:sp>
      <p:sp>
        <p:nvSpPr>
          <p:cNvPr id="138" name="또는 137">
            <a:extLst>
              <a:ext uri="{FF2B5EF4-FFF2-40B4-BE49-F238E27FC236}">
                <a16:creationId xmlns:a16="http://schemas.microsoft.com/office/drawing/2014/main" id="{534555F3-6249-765D-27A9-E0D1945D0EF8}"/>
              </a:ext>
            </a:extLst>
          </p:cNvPr>
          <p:cNvSpPr/>
          <p:nvPr/>
        </p:nvSpPr>
        <p:spPr>
          <a:xfrm>
            <a:off x="4726112" y="989932"/>
            <a:ext cx="318342" cy="318342"/>
          </a:xfrm>
          <a:prstGeom prst="flowChar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39" name="또는 138">
            <a:extLst>
              <a:ext uri="{FF2B5EF4-FFF2-40B4-BE49-F238E27FC236}">
                <a16:creationId xmlns:a16="http://schemas.microsoft.com/office/drawing/2014/main" id="{3263B0FD-AB30-A539-71E3-292AD907DC16}"/>
              </a:ext>
            </a:extLst>
          </p:cNvPr>
          <p:cNvSpPr/>
          <p:nvPr/>
        </p:nvSpPr>
        <p:spPr>
          <a:xfrm>
            <a:off x="5948249" y="980712"/>
            <a:ext cx="318342" cy="318342"/>
          </a:xfrm>
          <a:prstGeom prst="flowChar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cxnSp>
        <p:nvCxnSpPr>
          <p:cNvPr id="141" name="꺾인 연결선[E] 140">
            <a:extLst>
              <a:ext uri="{FF2B5EF4-FFF2-40B4-BE49-F238E27FC236}">
                <a16:creationId xmlns:a16="http://schemas.microsoft.com/office/drawing/2014/main" id="{DAD69843-7249-2EA6-B569-FE4E992C947B}"/>
              </a:ext>
            </a:extLst>
          </p:cNvPr>
          <p:cNvCxnSpPr>
            <a:cxnSpLocks/>
            <a:stCxn id="12" idx="1"/>
            <a:endCxn id="139" idx="4"/>
          </p:cNvCxnSpPr>
          <p:nvPr/>
        </p:nvCxnSpPr>
        <p:spPr>
          <a:xfrm rot="10800000">
            <a:off x="6107421" y="1299054"/>
            <a:ext cx="281727" cy="1138820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49" name="TextBox 148">
                <a:extLst>
                  <a:ext uri="{FF2B5EF4-FFF2-40B4-BE49-F238E27FC236}">
                    <a16:creationId xmlns:a16="http://schemas.microsoft.com/office/drawing/2014/main" id="{1C4F38AD-3199-EA86-F6FB-0789E31B9F1A}"/>
                  </a:ext>
                </a:extLst>
              </p:cNvPr>
              <p:cNvSpPr txBox="1"/>
              <p:nvPr/>
            </p:nvSpPr>
            <p:spPr>
              <a:xfrm>
                <a:off x="2207248" y="4804022"/>
                <a:ext cx="1675010" cy="3231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ko-KR" sz="1500" b="1" dirty="0"/>
                  <a:t>Neighbors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5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500" b="1" i="1" smtClean="0">
                            <a:latin typeface="Cambria Math" panose="02040503050406030204" pitchFamily="18" charset="0"/>
                          </a:rPr>
                          <m:t>𝒖</m:t>
                        </m:r>
                      </m:e>
                      <m:sub>
                        <m:r>
                          <a:rPr kumimoji="1" lang="en-US" altLang="ko-KR" sz="15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endParaRPr kumimoji="1" lang="ko-KR" altLang="en-US" sz="1500" b="1" dirty="0"/>
              </a:p>
            </p:txBody>
          </p:sp>
        </mc:Choice>
        <mc:Fallback>
          <p:sp>
            <p:nvSpPr>
              <p:cNvPr id="149" name="TextBox 148">
                <a:extLst>
                  <a:ext uri="{FF2B5EF4-FFF2-40B4-BE49-F238E27FC236}">
                    <a16:creationId xmlns:a16="http://schemas.microsoft.com/office/drawing/2014/main" id="{1C4F38AD-3199-EA86-F6FB-0789E31B9F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7248" y="4804022"/>
                <a:ext cx="1675010" cy="323165"/>
              </a:xfrm>
              <a:prstGeom prst="rect">
                <a:avLst/>
              </a:prstGeom>
              <a:blipFill>
                <a:blip r:embed="rId22"/>
                <a:stretch>
                  <a:fillRect l="-1504" t="-3846" b="-1923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0" name="타원 169">
            <a:extLst>
              <a:ext uri="{FF2B5EF4-FFF2-40B4-BE49-F238E27FC236}">
                <a16:creationId xmlns:a16="http://schemas.microsoft.com/office/drawing/2014/main" id="{A4F4B1FD-38DE-8B05-0919-5C788E2CAF5D}"/>
              </a:ext>
            </a:extLst>
          </p:cNvPr>
          <p:cNvSpPr/>
          <p:nvPr/>
        </p:nvSpPr>
        <p:spPr>
          <a:xfrm>
            <a:off x="7857313" y="4047671"/>
            <a:ext cx="277244" cy="277244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71" name="타원 170">
            <a:extLst>
              <a:ext uri="{FF2B5EF4-FFF2-40B4-BE49-F238E27FC236}">
                <a16:creationId xmlns:a16="http://schemas.microsoft.com/office/drawing/2014/main" id="{43B7A6B7-58E3-B075-665E-A74CA3D81966}"/>
              </a:ext>
            </a:extLst>
          </p:cNvPr>
          <p:cNvSpPr/>
          <p:nvPr/>
        </p:nvSpPr>
        <p:spPr>
          <a:xfrm>
            <a:off x="6826516" y="4047671"/>
            <a:ext cx="277244" cy="277244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kumimoji="1" lang="ko-KR" altLang="en-US" sz="15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2" name="TextBox 171">
                <a:extLst>
                  <a:ext uri="{FF2B5EF4-FFF2-40B4-BE49-F238E27FC236}">
                    <a16:creationId xmlns:a16="http://schemas.microsoft.com/office/drawing/2014/main" id="{E0D3FD4A-560F-0719-C238-F58C74A70359}"/>
                  </a:ext>
                </a:extLst>
              </p:cNvPr>
              <p:cNvSpPr txBox="1"/>
              <p:nvPr/>
            </p:nvSpPr>
            <p:spPr>
              <a:xfrm>
                <a:off x="6580222" y="4332894"/>
                <a:ext cx="720774" cy="4090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1" lang="en-US" altLang="ko-KR" sz="15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ko-KR" sz="15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sSub>
                            <m:sSubPr>
                              <m:ctrlPr>
                                <a:rPr kumimoji="1" lang="en-US" altLang="ko-KR" sz="15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ko-KR" sz="1500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kumimoji="1" lang="en-US" altLang="ko-KR" sz="15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sub>
                        <m:sup>
                          <m:r>
                            <a:rPr kumimoji="1" lang="en-US" altLang="ko-KR" sz="15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kumimoji="1" lang="en-US" altLang="ko-KR" sz="15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  <m:r>
                            <a:rPr kumimoji="1" lang="en-US" altLang="ko-KR" sz="1500" b="0" i="1" smtClean="0">
                              <a:latin typeface="Cambria Math" panose="02040503050406030204" pitchFamily="18" charset="0"/>
                            </a:rPr>
                            <m:t>−1)</m:t>
                          </m:r>
                        </m:sup>
                      </m:sSubSup>
                    </m:oMath>
                  </m:oMathPara>
                </a14:m>
                <a:endParaRPr kumimoji="1" lang="ko-KR" altLang="en-US" sz="1500" dirty="0"/>
              </a:p>
            </p:txBody>
          </p:sp>
        </mc:Choice>
        <mc:Fallback>
          <p:sp>
            <p:nvSpPr>
              <p:cNvPr id="172" name="TextBox 171">
                <a:extLst>
                  <a:ext uri="{FF2B5EF4-FFF2-40B4-BE49-F238E27FC236}">
                    <a16:creationId xmlns:a16="http://schemas.microsoft.com/office/drawing/2014/main" id="{E0D3FD4A-560F-0719-C238-F58C74A703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80222" y="4332894"/>
                <a:ext cx="720774" cy="409086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4" name="직사각형 173">
            <a:extLst>
              <a:ext uri="{FF2B5EF4-FFF2-40B4-BE49-F238E27FC236}">
                <a16:creationId xmlns:a16="http://schemas.microsoft.com/office/drawing/2014/main" id="{59338618-7330-2661-02DC-AAAA716B0928}"/>
              </a:ext>
            </a:extLst>
          </p:cNvPr>
          <p:cNvSpPr/>
          <p:nvPr/>
        </p:nvSpPr>
        <p:spPr>
          <a:xfrm>
            <a:off x="6791745" y="3493119"/>
            <a:ext cx="1418936" cy="32316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200" b="1" dirty="0">
                <a:solidFill>
                  <a:schemeClr val="tx1"/>
                </a:solidFill>
              </a:rPr>
              <a:t>Normalized Sum</a:t>
            </a:r>
            <a:endParaRPr kumimoji="1" lang="ko-KR" altLang="en-US" sz="1200" b="1" dirty="0">
              <a:solidFill>
                <a:schemeClr val="tx1"/>
              </a:solidFill>
            </a:endParaRPr>
          </a:p>
        </p:txBody>
      </p:sp>
      <p:cxnSp>
        <p:nvCxnSpPr>
          <p:cNvPr id="175" name="직선 화살표 연결선 174">
            <a:extLst>
              <a:ext uri="{FF2B5EF4-FFF2-40B4-BE49-F238E27FC236}">
                <a16:creationId xmlns:a16="http://schemas.microsoft.com/office/drawing/2014/main" id="{FE3FB986-6DFE-614D-AF8F-5810F29FF043}"/>
              </a:ext>
            </a:extLst>
          </p:cNvPr>
          <p:cNvCxnSpPr>
            <a:cxnSpLocks/>
            <a:stCxn id="171" idx="0"/>
            <a:endCxn id="174" idx="2"/>
          </p:cNvCxnSpPr>
          <p:nvPr/>
        </p:nvCxnSpPr>
        <p:spPr>
          <a:xfrm flipV="1">
            <a:off x="6965138" y="3816284"/>
            <a:ext cx="536075" cy="23138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7" name="직선 화살표 연결선 176">
            <a:extLst>
              <a:ext uri="{FF2B5EF4-FFF2-40B4-BE49-F238E27FC236}">
                <a16:creationId xmlns:a16="http://schemas.microsoft.com/office/drawing/2014/main" id="{A9FEDC6D-9565-4EE4-14DA-FC4DB085688B}"/>
              </a:ext>
            </a:extLst>
          </p:cNvPr>
          <p:cNvCxnSpPr>
            <a:cxnSpLocks/>
            <a:stCxn id="170" idx="0"/>
            <a:endCxn id="174" idx="2"/>
          </p:cNvCxnSpPr>
          <p:nvPr/>
        </p:nvCxnSpPr>
        <p:spPr>
          <a:xfrm flipH="1" flipV="1">
            <a:off x="7501213" y="3816284"/>
            <a:ext cx="494722" cy="23138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83" name="TextBox 182">
                <a:extLst>
                  <a:ext uri="{FF2B5EF4-FFF2-40B4-BE49-F238E27FC236}">
                    <a16:creationId xmlns:a16="http://schemas.microsoft.com/office/drawing/2014/main" id="{4952979E-9FAB-3DAA-D7B1-EE26E0871483}"/>
                  </a:ext>
                </a:extLst>
              </p:cNvPr>
              <p:cNvSpPr txBox="1"/>
              <p:nvPr/>
            </p:nvSpPr>
            <p:spPr>
              <a:xfrm>
                <a:off x="7653956" y="4338876"/>
                <a:ext cx="720774" cy="40120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1" lang="en-US" altLang="ko-KR" sz="15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ko-KR" sz="15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sSub>
                            <m:sSubPr>
                              <m:ctrlPr>
                                <a:rPr kumimoji="1" lang="en-US" altLang="ko-KR" sz="15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ko-KR" sz="1500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kumimoji="1" lang="en-US" altLang="ko-KR" sz="15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sub>
                        <m:sup>
                          <m:r>
                            <a:rPr kumimoji="1" lang="en-US" altLang="ko-KR" sz="15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kumimoji="1" lang="en-US" altLang="ko-KR" sz="15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  <m:r>
                            <a:rPr kumimoji="1" lang="en-US" altLang="ko-KR" sz="1500" b="0" i="1" smtClean="0">
                              <a:latin typeface="Cambria Math" panose="02040503050406030204" pitchFamily="18" charset="0"/>
                            </a:rPr>
                            <m:t>−1)</m:t>
                          </m:r>
                        </m:sup>
                      </m:sSubSup>
                    </m:oMath>
                  </m:oMathPara>
                </a14:m>
                <a:endParaRPr kumimoji="1" lang="ko-KR" altLang="en-US" sz="1500" dirty="0"/>
              </a:p>
            </p:txBody>
          </p:sp>
        </mc:Choice>
        <mc:Fallback>
          <p:sp>
            <p:nvSpPr>
              <p:cNvPr id="183" name="TextBox 182">
                <a:extLst>
                  <a:ext uri="{FF2B5EF4-FFF2-40B4-BE49-F238E27FC236}">
                    <a16:creationId xmlns:a16="http://schemas.microsoft.com/office/drawing/2014/main" id="{4952979E-9FAB-3DAA-D7B1-EE26E08714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53956" y="4338876"/>
                <a:ext cx="720774" cy="401200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4" name="TextBox 183">
                <a:extLst>
                  <a:ext uri="{FF2B5EF4-FFF2-40B4-BE49-F238E27FC236}">
                    <a16:creationId xmlns:a16="http://schemas.microsoft.com/office/drawing/2014/main" id="{1F3F53A3-BA23-3F81-59DB-2B6FB92A49B0}"/>
                  </a:ext>
                </a:extLst>
              </p:cNvPr>
              <p:cNvSpPr txBox="1"/>
              <p:nvPr/>
            </p:nvSpPr>
            <p:spPr>
              <a:xfrm>
                <a:off x="6695941" y="4797756"/>
                <a:ext cx="1623714" cy="3231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ko-KR" sz="1500" b="1" dirty="0"/>
                  <a:t>Neighbors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5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1500" b="1" i="1" smtClean="0">
                            <a:latin typeface="Cambria Math" panose="02040503050406030204" pitchFamily="18" charset="0"/>
                          </a:rPr>
                          <m:t>𝒊</m:t>
                        </m:r>
                      </m:e>
                      <m:sub>
                        <m:r>
                          <a:rPr kumimoji="1" lang="en-US" altLang="ko-KR" sz="1500" b="1" i="1" smtClean="0">
                            <a:latin typeface="Cambria Math" panose="02040503050406030204" pitchFamily="18" charset="0"/>
                          </a:rPr>
                          <m:t>𝟒</m:t>
                        </m:r>
                      </m:sub>
                    </m:sSub>
                  </m:oMath>
                </a14:m>
                <a:endParaRPr kumimoji="1" lang="ko-KR" altLang="en-US" sz="1500" b="1" dirty="0"/>
              </a:p>
            </p:txBody>
          </p:sp>
        </mc:Choice>
        <mc:Fallback>
          <p:sp>
            <p:nvSpPr>
              <p:cNvPr id="184" name="TextBox 183">
                <a:extLst>
                  <a:ext uri="{FF2B5EF4-FFF2-40B4-BE49-F238E27FC236}">
                    <a16:creationId xmlns:a16="http://schemas.microsoft.com/office/drawing/2014/main" id="{1F3F53A3-BA23-3F81-59DB-2B6FB92A49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95941" y="4797756"/>
                <a:ext cx="1623714" cy="323165"/>
              </a:xfrm>
              <a:prstGeom prst="rect">
                <a:avLst/>
              </a:prstGeom>
              <a:blipFill>
                <a:blip r:embed="rId25"/>
                <a:stretch>
                  <a:fillRect l="-1550" t="-3704" b="-1851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5" name="TextBox 184">
                <a:extLst>
                  <a:ext uri="{FF2B5EF4-FFF2-40B4-BE49-F238E27FC236}">
                    <a16:creationId xmlns:a16="http://schemas.microsoft.com/office/drawing/2014/main" id="{F9F520DE-95CC-DD66-A3A0-39B89A917E83}"/>
                  </a:ext>
                </a:extLst>
              </p:cNvPr>
              <p:cNvSpPr txBox="1"/>
              <p:nvPr/>
            </p:nvSpPr>
            <p:spPr>
              <a:xfrm>
                <a:off x="7821632" y="4004836"/>
                <a:ext cx="348199" cy="3231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15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15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kumimoji="1" lang="en-US" altLang="ko-KR" sz="15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ko-KR" altLang="en-US" sz="1500" dirty="0"/>
              </a:p>
            </p:txBody>
          </p:sp>
        </mc:Choice>
        <mc:Fallback>
          <p:sp>
            <p:nvSpPr>
              <p:cNvPr id="185" name="TextBox 184">
                <a:extLst>
                  <a:ext uri="{FF2B5EF4-FFF2-40B4-BE49-F238E27FC236}">
                    <a16:creationId xmlns:a16="http://schemas.microsoft.com/office/drawing/2014/main" id="{F9F520DE-95CC-DD66-A3A0-39B89A917E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21632" y="4004836"/>
                <a:ext cx="348199" cy="323165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111272DA-1B60-B8DE-8C90-A4D2DC1E053E}"/>
                  </a:ext>
                </a:extLst>
              </p:cNvPr>
              <p:cNvSpPr txBox="1"/>
              <p:nvPr/>
            </p:nvSpPr>
            <p:spPr>
              <a:xfrm>
                <a:off x="6783828" y="4008016"/>
                <a:ext cx="348199" cy="3231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15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15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kumimoji="1" lang="en-US" altLang="ko-KR" sz="15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ko-KR" altLang="en-US" sz="1500" dirty="0"/>
              </a:p>
            </p:txBody>
          </p:sp>
        </mc:Choice>
        <mc:Fallback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111272DA-1B60-B8DE-8C90-A4D2DC1E05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3828" y="4008016"/>
                <a:ext cx="348199" cy="323165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6" name="TextBox 185">
                <a:extLst>
                  <a:ext uri="{FF2B5EF4-FFF2-40B4-BE49-F238E27FC236}">
                    <a16:creationId xmlns:a16="http://schemas.microsoft.com/office/drawing/2014/main" id="{499DDB78-EDDE-D7C3-83FC-0D853E4B8FEF}"/>
                  </a:ext>
                </a:extLst>
              </p:cNvPr>
              <p:cNvSpPr txBox="1"/>
              <p:nvPr/>
            </p:nvSpPr>
            <p:spPr>
              <a:xfrm>
                <a:off x="2315993" y="4026053"/>
                <a:ext cx="348199" cy="3231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sz="15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15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kumimoji="1" lang="en-US" altLang="ko-KR" sz="15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ko-KR" altLang="en-US" sz="1500" dirty="0"/>
              </a:p>
            </p:txBody>
          </p:sp>
        </mc:Choice>
        <mc:Fallback>
          <p:sp>
            <p:nvSpPr>
              <p:cNvPr id="186" name="TextBox 185">
                <a:extLst>
                  <a:ext uri="{FF2B5EF4-FFF2-40B4-BE49-F238E27FC236}">
                    <a16:creationId xmlns:a16="http://schemas.microsoft.com/office/drawing/2014/main" id="{499DDB78-EDDE-D7C3-83FC-0D853E4B8F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15993" y="4026053"/>
                <a:ext cx="348199" cy="323165"/>
              </a:xfrm>
              <a:prstGeom prst="rect">
                <a:avLst/>
              </a:prstGeom>
              <a:blipFill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7" name="TextBox 186">
            <a:extLst>
              <a:ext uri="{FF2B5EF4-FFF2-40B4-BE49-F238E27FC236}">
                <a16:creationId xmlns:a16="http://schemas.microsoft.com/office/drawing/2014/main" id="{C3BF8E6C-62A6-2EDB-8345-70A5DDA62DE7}"/>
              </a:ext>
            </a:extLst>
          </p:cNvPr>
          <p:cNvSpPr txBox="1"/>
          <p:nvPr/>
        </p:nvSpPr>
        <p:spPr>
          <a:xfrm>
            <a:off x="6236025" y="1052940"/>
            <a:ext cx="3414076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500" b="1" dirty="0">
                <a:solidFill>
                  <a:srgbClr val="FF0000"/>
                </a:solidFill>
              </a:rPr>
              <a:t>Layer Combination (weighted sum)</a:t>
            </a:r>
            <a:endParaRPr kumimoji="1" lang="ko-KR" altLang="en-US" sz="15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142241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989701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745</TotalTime>
  <Words>511</Words>
  <Application>Microsoft Macintosh PowerPoint</Application>
  <PresentationFormat>와이드스크린</PresentationFormat>
  <Paragraphs>360</Paragraphs>
  <Slides>11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6" baseType="lpstr">
      <vt:lpstr>맑은 고딕</vt:lpstr>
      <vt:lpstr>NanumMyeongjo</vt:lpstr>
      <vt:lpstr>Arial</vt:lpstr>
      <vt:lpstr>Cambria Math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김희찬</dc:creator>
  <cp:lastModifiedBy>김희찬</cp:lastModifiedBy>
  <cp:revision>29</cp:revision>
  <dcterms:created xsi:type="dcterms:W3CDTF">2024-11-08T22:19:00Z</dcterms:created>
  <dcterms:modified xsi:type="dcterms:W3CDTF">2024-11-11T14:13:46Z</dcterms:modified>
</cp:coreProperties>
</file>